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Century Gothic" panose="020B0502020202020204" pitchFamily="34" charset="0"/>
        <a:ea typeface="Century Gothic" panose="020B0502020202020204" pitchFamily="34" charset="0"/>
        <a:cs typeface="Century Gothic" panose="020B0502020202020204" pitchFamily="34" charset="0"/>
        <a:sym typeface="Century Gothic" panose="020B0502020202020204" pitchFamily="34" charset="0"/>
      </a:defRPr>
    </a:lvl1pPr>
    <a:lvl2pPr indent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Century Gothic" panose="020B0502020202020204" pitchFamily="34" charset="0"/>
        <a:ea typeface="Century Gothic" panose="020B0502020202020204" pitchFamily="34" charset="0"/>
        <a:cs typeface="Century Gothic" panose="020B0502020202020204" pitchFamily="34" charset="0"/>
        <a:sym typeface="Century Gothic" panose="020B0502020202020204" pitchFamily="34" charset="0"/>
      </a:defRPr>
    </a:lvl2pPr>
    <a:lvl3pPr indent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Century Gothic" panose="020B0502020202020204" pitchFamily="34" charset="0"/>
        <a:ea typeface="Century Gothic" panose="020B0502020202020204" pitchFamily="34" charset="0"/>
        <a:cs typeface="Century Gothic" panose="020B0502020202020204" pitchFamily="34" charset="0"/>
        <a:sym typeface="Century Gothic" panose="020B0502020202020204" pitchFamily="34" charset="0"/>
      </a:defRPr>
    </a:lvl3pPr>
    <a:lvl4pPr indent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Century Gothic" panose="020B0502020202020204" pitchFamily="34" charset="0"/>
        <a:ea typeface="Century Gothic" panose="020B0502020202020204" pitchFamily="34" charset="0"/>
        <a:cs typeface="Century Gothic" panose="020B0502020202020204" pitchFamily="34" charset="0"/>
        <a:sym typeface="Century Gothic" panose="020B0502020202020204" pitchFamily="34" charset="0"/>
      </a:defRPr>
    </a:lvl4pPr>
    <a:lvl5pPr indent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Century Gothic" panose="020B0502020202020204" pitchFamily="34" charset="0"/>
        <a:ea typeface="Century Gothic" panose="020B0502020202020204" pitchFamily="34" charset="0"/>
        <a:cs typeface="Century Gothic" panose="020B0502020202020204" pitchFamily="34" charset="0"/>
        <a:sym typeface="Century Gothic" panose="020B0502020202020204" pitchFamily="34" charset="0"/>
      </a:defRPr>
    </a:lvl5pPr>
    <a:lvl6pPr marL="2286000" algn="l" defTabSz="914400" rtl="0" eaLnBrk="1" latinLnBrk="0" hangingPunct="1">
      <a:defRPr kern="1200">
        <a:solidFill>
          <a:srgbClr val="000000"/>
        </a:solidFill>
        <a:latin typeface="Century Gothic" panose="020B0502020202020204" pitchFamily="34" charset="0"/>
        <a:ea typeface="Century Gothic" panose="020B0502020202020204" pitchFamily="34" charset="0"/>
        <a:cs typeface="Century Gothic" panose="020B0502020202020204" pitchFamily="34" charset="0"/>
        <a:sym typeface="Century Gothic" panose="020B0502020202020204" pitchFamily="34" charset="0"/>
      </a:defRPr>
    </a:lvl6pPr>
    <a:lvl7pPr marL="2743200" algn="l" defTabSz="914400" rtl="0" eaLnBrk="1" latinLnBrk="0" hangingPunct="1">
      <a:defRPr kern="1200">
        <a:solidFill>
          <a:srgbClr val="000000"/>
        </a:solidFill>
        <a:latin typeface="Century Gothic" panose="020B0502020202020204" pitchFamily="34" charset="0"/>
        <a:ea typeface="Century Gothic" panose="020B0502020202020204" pitchFamily="34" charset="0"/>
        <a:cs typeface="Century Gothic" panose="020B0502020202020204" pitchFamily="34" charset="0"/>
        <a:sym typeface="Century Gothic" panose="020B0502020202020204" pitchFamily="34" charset="0"/>
      </a:defRPr>
    </a:lvl7pPr>
    <a:lvl8pPr marL="3200400" algn="l" defTabSz="914400" rtl="0" eaLnBrk="1" latinLnBrk="0" hangingPunct="1">
      <a:defRPr kern="1200">
        <a:solidFill>
          <a:srgbClr val="000000"/>
        </a:solidFill>
        <a:latin typeface="Century Gothic" panose="020B0502020202020204" pitchFamily="34" charset="0"/>
        <a:ea typeface="Century Gothic" panose="020B0502020202020204" pitchFamily="34" charset="0"/>
        <a:cs typeface="Century Gothic" panose="020B0502020202020204" pitchFamily="34" charset="0"/>
        <a:sym typeface="Century Gothic" panose="020B0502020202020204" pitchFamily="34" charset="0"/>
      </a:defRPr>
    </a:lvl8pPr>
    <a:lvl9pPr marL="3657600" algn="l" defTabSz="914400" rtl="0" eaLnBrk="1" latinLnBrk="0" hangingPunct="1">
      <a:defRPr kern="1200">
        <a:solidFill>
          <a:srgbClr val="000000"/>
        </a:solidFill>
        <a:latin typeface="Century Gothic" panose="020B0502020202020204" pitchFamily="34" charset="0"/>
        <a:ea typeface="Century Gothic" panose="020B0502020202020204" pitchFamily="34" charset="0"/>
        <a:cs typeface="Century Gothic" panose="020B0502020202020204" pitchFamily="34" charset="0"/>
        <a:sym typeface="Century Gothic" panose="020B0502020202020204" pitchFamily="34" charset="0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E2F5"/>
          </a:solidFill>
        </a:fill>
      </a:tcStyle>
    </a:wholeTbl>
    <a:band2H>
      <a:tcTxStyle/>
      <a:tcStyle>
        <a:tcBdr/>
        <a:fill>
          <a:solidFill>
            <a:srgbClr val="E7F1FA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EDF0"/>
          </a:solidFill>
        </a:fill>
      </a:tcStyle>
    </a:wholeTbl>
    <a:band2H>
      <a:tcTxStyle/>
      <a:tcStyle>
        <a:tcBdr/>
        <a:fill>
          <a:solidFill>
            <a:srgbClr val="E7F6F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E0DF"/>
          </a:solidFill>
        </a:fill>
      </a:tcStyle>
    </a:wholeTbl>
    <a:band2H>
      <a:tcTxStyle/>
      <a:tcStyle>
        <a:tcBdr/>
        <a:fill>
          <a:solidFill>
            <a:srgbClr val="EAF0E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11"/>
    <p:restoredTop sz="94637"/>
  </p:normalViewPr>
  <p:slideViewPr>
    <p:cSldViewPr snapToGrid="0">
      <p:cViewPr varScale="1">
        <p:scale>
          <a:sx n="67" d="100"/>
          <a:sy n="67" d="100"/>
        </p:scale>
        <p:origin x="-840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hape 113">
            <a:extLst>
              <a:ext uri="{FF2B5EF4-FFF2-40B4-BE49-F238E27FC236}">
                <a16:creationId xmlns="" xmlns:a16="http://schemas.microsoft.com/office/drawing/2014/main" id="{C97C873D-DDBC-A4AD-A9E4-4E68E72EB635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6147" name="Shape 114">
            <a:extLst>
              <a:ext uri="{FF2B5EF4-FFF2-40B4-BE49-F238E27FC236}">
                <a16:creationId xmlns="" xmlns:a16="http://schemas.microsoft.com/office/drawing/2014/main" id="{1519F765-098E-F903-AF0C-6D7BF97C20A8}"/>
              </a:ext>
            </a:extLst>
          </p:cNvPr>
          <p:cNvSpPr>
            <a:spLocks noGrp="1" noChangeArrowheads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>
              <a:sym typeface="Century Gothic" panose="020B0502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>
        <a:solidFill>
          <a:schemeClr val="tx1"/>
        </a:solidFill>
        <a:latin typeface="+mj-lt"/>
        <a:ea typeface="+mj-ea"/>
        <a:cs typeface="+mj-cs"/>
        <a:sym typeface="Century Gothic" panose="020B0502020202020204" pitchFamily="34" charset="0"/>
      </a:defRPr>
    </a:lvl1pPr>
    <a:lvl2pPr marL="742950" indent="-285750" algn="l" defTabSz="457200" rtl="0" eaLnBrk="0" fontAlgn="base" hangingPunct="0">
      <a:spcBef>
        <a:spcPct val="30000"/>
      </a:spcBef>
      <a:spcAft>
        <a:spcPct val="0"/>
      </a:spcAft>
      <a:defRPr sz="1200">
        <a:solidFill>
          <a:schemeClr val="tx1"/>
        </a:solidFill>
        <a:latin typeface="+mj-lt"/>
        <a:ea typeface="+mj-ea"/>
        <a:cs typeface="+mj-cs"/>
        <a:sym typeface="Century Gothic" panose="020B0502020202020204" pitchFamily="34" charset="0"/>
      </a:defRPr>
    </a:lvl2pPr>
    <a:lvl3pPr marL="1143000" indent="-228600" algn="l" defTabSz="457200" rtl="0" eaLnBrk="0" fontAlgn="base" hangingPunct="0">
      <a:spcBef>
        <a:spcPct val="30000"/>
      </a:spcBef>
      <a:spcAft>
        <a:spcPct val="0"/>
      </a:spcAft>
      <a:defRPr sz="1200">
        <a:solidFill>
          <a:schemeClr val="tx1"/>
        </a:solidFill>
        <a:latin typeface="+mj-lt"/>
        <a:ea typeface="+mj-ea"/>
        <a:cs typeface="+mj-cs"/>
        <a:sym typeface="Century Gothic" panose="020B0502020202020204" pitchFamily="34" charset="0"/>
      </a:defRPr>
    </a:lvl3pPr>
    <a:lvl4pPr marL="1600200" indent="-228600" algn="l" defTabSz="457200" rtl="0" eaLnBrk="0" fontAlgn="base" hangingPunct="0">
      <a:spcBef>
        <a:spcPct val="30000"/>
      </a:spcBef>
      <a:spcAft>
        <a:spcPct val="0"/>
      </a:spcAft>
      <a:defRPr sz="1200">
        <a:solidFill>
          <a:schemeClr val="tx1"/>
        </a:solidFill>
        <a:latin typeface="+mj-lt"/>
        <a:ea typeface="+mj-ea"/>
        <a:cs typeface="+mj-cs"/>
        <a:sym typeface="Century Gothic" panose="020B0502020202020204" pitchFamily="34" charset="0"/>
      </a:defRPr>
    </a:lvl4pPr>
    <a:lvl5pPr marL="2057400" indent="-228600" algn="l" defTabSz="457200" rtl="0" eaLnBrk="0" fontAlgn="base" hangingPunct="0">
      <a:spcBef>
        <a:spcPct val="30000"/>
      </a:spcBef>
      <a:spcAft>
        <a:spcPct val="0"/>
      </a:spcAft>
      <a:defRPr sz="1200">
        <a:solidFill>
          <a:schemeClr val="tx1"/>
        </a:solidFill>
        <a:latin typeface="+mj-lt"/>
        <a:ea typeface="+mj-ea"/>
        <a:cs typeface="+mj-cs"/>
        <a:sym typeface="Century Gothic" panose="020B0502020202020204" pitchFamily="34" charset="0"/>
      </a:defRPr>
    </a:lvl5pPr>
    <a:lvl6pPr indent="1143000" defTabSz="457200" latinLnBrk="0">
      <a:defRPr sz="1200">
        <a:latin typeface="+mj-lt"/>
        <a:ea typeface="+mj-ea"/>
        <a:cs typeface="+mj-cs"/>
        <a:sym typeface="Century Gothic"/>
      </a:defRPr>
    </a:lvl6pPr>
    <a:lvl7pPr indent="1371600" defTabSz="457200" latinLnBrk="0">
      <a:defRPr sz="1200">
        <a:latin typeface="+mj-lt"/>
        <a:ea typeface="+mj-ea"/>
        <a:cs typeface="+mj-cs"/>
        <a:sym typeface="Century Gothic"/>
      </a:defRPr>
    </a:lvl7pPr>
    <a:lvl8pPr indent="1600200" defTabSz="457200" latinLnBrk="0">
      <a:defRPr sz="1200">
        <a:latin typeface="+mj-lt"/>
        <a:ea typeface="+mj-ea"/>
        <a:cs typeface="+mj-cs"/>
        <a:sym typeface="Century Gothic"/>
      </a:defRPr>
    </a:lvl8pPr>
    <a:lvl9pPr indent="1828800" defTabSz="457200" latinLnBrk="0">
      <a:defRPr sz="1200">
        <a:latin typeface="+mj-lt"/>
        <a:ea typeface="+mj-ea"/>
        <a:cs typeface="+mj-cs"/>
        <a:sym typeface="Century Gothic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bg>
      <p:bgPr>
        <a:gradFill rotWithShape="1">
          <a:gsLst>
            <a:gs pos="0">
              <a:srgbClr val="E2DBCA"/>
            </a:gs>
            <a:gs pos="77000">
              <a:srgbClr val="C9C2B1"/>
            </a:gs>
            <a:gs pos="100000">
              <a:srgbClr val="C1BBAB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5">
            <a:extLst>
              <a:ext uri="{FF2B5EF4-FFF2-40B4-BE49-F238E27FC236}">
                <a16:creationId xmlns="" xmlns:a16="http://schemas.microsoft.com/office/drawing/2014/main" id="{2DF4013A-DA30-87CF-18FE-04F9313AAC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9" rIns="45719"/>
          <a:lstStyle/>
          <a:p>
            <a:pPr eaLnBrk="1"/>
            <a:endParaRPr lang="en-US" altLang="en-US"/>
          </a:p>
        </p:txBody>
      </p:sp>
      <p:sp>
        <p:nvSpPr>
          <p:cNvPr id="3" name="Rectangle 9">
            <a:extLst>
              <a:ext uri="{FF2B5EF4-FFF2-40B4-BE49-F238E27FC236}">
                <a16:creationId xmlns="" xmlns:a16="http://schemas.microsoft.com/office/drawing/2014/main" id="{91915BB7-F140-5994-6DC6-C030FE2E6BC4}"/>
              </a:ext>
            </a:extLst>
          </p:cNvPr>
          <p:cNvSpPr/>
          <p:nvPr/>
        </p:nvSpPr>
        <p:spPr>
          <a:xfrm>
            <a:off x="1308100" y="1268413"/>
            <a:ext cx="9575800" cy="430688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50800" rotWithShape="0">
              <a:srgbClr val="000000">
                <a:alpha val="66000"/>
              </a:srgbClr>
            </a:outerShdw>
          </a:effectLst>
        </p:spPr>
        <p:txBody>
          <a:bodyPr lIns="45719" rIns="45719"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kern="0">
              <a:latin typeface="+mj-lt"/>
              <a:ea typeface="+mj-ea"/>
              <a:cs typeface="+mj-cs"/>
              <a:sym typeface="Century Gothic"/>
            </a:endParaRPr>
          </a:p>
        </p:txBody>
      </p:sp>
      <p:sp>
        <p:nvSpPr>
          <p:cNvPr id="4" name="Rectangle 10">
            <a:extLst>
              <a:ext uri="{FF2B5EF4-FFF2-40B4-BE49-F238E27FC236}">
                <a16:creationId xmlns="" xmlns:a16="http://schemas.microsoft.com/office/drawing/2014/main" id="{E63421EF-E7AA-3AE9-DA9E-36D43BC18C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1411288"/>
            <a:ext cx="9296400" cy="4035425"/>
          </a:xfrm>
          <a:prstGeom prst="rect">
            <a:avLst/>
          </a:prstGeom>
          <a:noFill/>
          <a:ln w="6350" cap="sq">
            <a:solidFill>
              <a:srgbClr val="40404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45719" rIns="45719"/>
          <a:lstStyle/>
          <a:p>
            <a:pPr eaLnBrk="1"/>
            <a:endParaRPr lang="en-US" altLang="en-US"/>
          </a:p>
        </p:txBody>
      </p:sp>
      <p:sp>
        <p:nvSpPr>
          <p:cNvPr id="5" name="Rectangle 8">
            <a:extLst>
              <a:ext uri="{FF2B5EF4-FFF2-40B4-BE49-F238E27FC236}">
                <a16:creationId xmlns="" xmlns:a16="http://schemas.microsoft.com/office/drawing/2014/main" id="{ADF0D733-26DA-501A-4CBB-1C96987AE8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5563" y="1268413"/>
            <a:ext cx="1920875" cy="730250"/>
          </a:xfrm>
          <a:prstGeom prst="rect">
            <a:avLst/>
          </a:prstGeom>
          <a:solidFill>
            <a:srgbClr val="E3DED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9" rIns="45719"/>
          <a:lstStyle/>
          <a:p>
            <a:pPr eaLnBrk="1"/>
            <a:endParaRPr lang="en-US" altLang="en-US"/>
          </a:p>
        </p:txBody>
      </p:sp>
      <p:grpSp>
        <p:nvGrpSpPr>
          <p:cNvPr id="6" name="Group 3">
            <a:extLst>
              <a:ext uri="{FF2B5EF4-FFF2-40B4-BE49-F238E27FC236}">
                <a16:creationId xmlns="" xmlns:a16="http://schemas.microsoft.com/office/drawing/2014/main" id="{F1764DF0-2CB2-5CE7-99AA-9C0B62F9672D}"/>
              </a:ext>
            </a:extLst>
          </p:cNvPr>
          <p:cNvGrpSpPr>
            <a:grpSpLocks/>
          </p:cNvGrpSpPr>
          <p:nvPr/>
        </p:nvGrpSpPr>
        <p:grpSpPr bwMode="auto">
          <a:xfrm>
            <a:off x="5249863" y="1268413"/>
            <a:ext cx="1692275" cy="644525"/>
            <a:chOff x="0" y="0"/>
            <a:chExt cx="1691639" cy="645295"/>
          </a:xfrm>
        </p:grpSpPr>
        <p:sp>
          <p:nvSpPr>
            <p:cNvPr id="7" name="Straight Connector 16">
              <a:extLst>
                <a:ext uri="{FF2B5EF4-FFF2-40B4-BE49-F238E27FC236}">
                  <a16:creationId xmlns="" xmlns:a16="http://schemas.microsoft.com/office/drawing/2014/main" id="{ED8F9F0B-C467-3462-8520-C8120BB6A7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-1" y="-1"/>
              <a:ext cx="2" cy="640081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45719" tIns="45719" rIns="45719" bIns="45719"/>
            <a:lstStyle/>
            <a:p>
              <a:endParaRPr lang="en-US"/>
            </a:p>
          </p:txBody>
        </p:sp>
        <p:sp>
          <p:nvSpPr>
            <p:cNvPr id="8" name="Straight Connector 17">
              <a:extLst>
                <a:ext uri="{FF2B5EF4-FFF2-40B4-BE49-F238E27FC236}">
                  <a16:creationId xmlns="" xmlns:a16="http://schemas.microsoft.com/office/drawing/2014/main" id="{434D8586-0FA9-330E-59E2-64B64F5C53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1639" y="-1"/>
              <a:ext cx="1" cy="640081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45719" tIns="45719" rIns="45719" bIns="45719"/>
            <a:lstStyle/>
            <a:p>
              <a:endParaRPr lang="en-US"/>
            </a:p>
          </p:txBody>
        </p:sp>
        <p:sp>
          <p:nvSpPr>
            <p:cNvPr id="9" name="Straight Connector 18">
              <a:extLst>
                <a:ext uri="{FF2B5EF4-FFF2-40B4-BE49-F238E27FC236}">
                  <a16:creationId xmlns="" xmlns:a16="http://schemas.microsoft.com/office/drawing/2014/main" id="{8B2F8F46-5CFB-E769-567E-3F3473E395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645295"/>
              <a:ext cx="1691640" cy="1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45719" tIns="45719" rIns="45719" bIns="45719"/>
            <a:lstStyle/>
            <a:p>
              <a:endParaRPr lang="en-US"/>
            </a:p>
          </p:txBody>
        </p:sp>
      </p:grpSp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xfrm>
            <a:off x="1561707" y="2091263"/>
            <a:ext cx="9068587" cy="2590801"/>
          </a:xfrm>
          <a:prstGeom prst="rect">
            <a:avLst/>
          </a:prstGeom>
        </p:spPr>
        <p:txBody>
          <a:bodyPr/>
          <a:lstStyle>
            <a:lvl1pPr algn="ctr">
              <a:lnSpc>
                <a:spcPct val="83000"/>
              </a:lnSpc>
              <a:defRPr sz="7200" cap="all" spc="-100"/>
            </a:lvl1pPr>
          </a:lstStyle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62100" y="4682061"/>
            <a:ext cx="9070848" cy="457202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ClrTx/>
              <a:buSzTx/>
              <a:buFontTx/>
              <a:buNone/>
              <a:defRPr sz="1600" spc="80"/>
            </a:lvl1pPr>
            <a:lvl2pPr marL="0" indent="457200" algn="ctr">
              <a:spcBef>
                <a:spcPts val="0"/>
              </a:spcBef>
              <a:buClrTx/>
              <a:buSzTx/>
              <a:buFontTx/>
              <a:buNone/>
              <a:defRPr sz="1600" spc="80"/>
            </a:lvl2pPr>
            <a:lvl3pPr marL="0" indent="914400" algn="ctr">
              <a:spcBef>
                <a:spcPts val="0"/>
              </a:spcBef>
              <a:buClrTx/>
              <a:buSzTx/>
              <a:buFontTx/>
              <a:buNone/>
              <a:defRPr sz="1600" spc="80"/>
            </a:lvl3pPr>
            <a:lvl4pPr marL="0" indent="1371600" algn="ctr">
              <a:spcBef>
                <a:spcPts val="0"/>
              </a:spcBef>
              <a:buClrTx/>
              <a:buSzTx/>
              <a:buFontTx/>
              <a:buNone/>
              <a:defRPr sz="1600" spc="80"/>
            </a:lvl4pPr>
            <a:lvl5pPr marL="0" indent="1828800" algn="ctr">
              <a:spcBef>
                <a:spcPts val="0"/>
              </a:spcBef>
              <a:buClrTx/>
              <a:buSzTx/>
              <a:buFontTx/>
              <a:buNone/>
              <a:defRPr sz="1600" spc="8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="" xmlns:a16="http://schemas.microsoft.com/office/drawing/2014/main" id="{7CA7312E-5330-91F2-06CB-ECA2B811DBE6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>
          <a:xfrm>
            <a:off x="10474325" y="5197475"/>
            <a:ext cx="244475" cy="242888"/>
          </a:xfrm>
        </p:spPr>
        <p:txBody>
          <a:bodyPr/>
          <a:lstStyle>
            <a:lvl1pPr>
              <a:defRPr/>
            </a:lvl1pPr>
          </a:lstStyle>
          <a:p>
            <a:fld id="{CD74FA9E-46BB-1E4A-8E57-97F5A816CB8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3708450412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1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="" xmlns:a16="http://schemas.microsoft.com/office/drawing/2014/main" id="{17813F2C-C990-D8D1-0F63-1CA294979F61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099169-2321-404A-9FE4-3B4BBF6AE61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4035291851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 Header">
    <p:bg>
      <p:bgPr>
        <a:gradFill rotWithShape="1">
          <a:gsLst>
            <a:gs pos="0">
              <a:srgbClr val="E2DBCA"/>
            </a:gs>
            <a:gs pos="77000">
              <a:srgbClr val="C9C2B1"/>
            </a:gs>
            <a:gs pos="100000">
              <a:srgbClr val="C1BBAB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1">
            <a:extLst>
              <a:ext uri="{FF2B5EF4-FFF2-40B4-BE49-F238E27FC236}">
                <a16:creationId xmlns="" xmlns:a16="http://schemas.microsoft.com/office/drawing/2014/main" id="{616FF51D-CB09-E8E2-BAB3-C81B2D5140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9" rIns="45719"/>
          <a:lstStyle/>
          <a:p>
            <a:pPr eaLnBrk="1"/>
            <a:endParaRPr lang="en-US" altLang="en-US"/>
          </a:p>
        </p:txBody>
      </p:sp>
      <p:sp>
        <p:nvSpPr>
          <p:cNvPr id="3" name="Rectangle 22">
            <a:extLst>
              <a:ext uri="{FF2B5EF4-FFF2-40B4-BE49-F238E27FC236}">
                <a16:creationId xmlns="" xmlns:a16="http://schemas.microsoft.com/office/drawing/2014/main" id="{A193D526-21F3-7087-7097-3009349AD874}"/>
              </a:ext>
            </a:extLst>
          </p:cNvPr>
          <p:cNvSpPr/>
          <p:nvPr/>
        </p:nvSpPr>
        <p:spPr>
          <a:xfrm>
            <a:off x="1308100" y="1268413"/>
            <a:ext cx="9575800" cy="430688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50800" rotWithShape="0">
              <a:srgbClr val="000000">
                <a:alpha val="66000"/>
              </a:srgbClr>
            </a:outerShdw>
          </a:effectLst>
        </p:spPr>
        <p:txBody>
          <a:bodyPr lIns="45719" rIns="45719"/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kern="0">
              <a:latin typeface="+mj-lt"/>
              <a:ea typeface="+mj-ea"/>
              <a:cs typeface="+mj-cs"/>
              <a:sym typeface="Century Gothic"/>
            </a:endParaRPr>
          </a:p>
        </p:txBody>
      </p:sp>
      <p:sp>
        <p:nvSpPr>
          <p:cNvPr id="4" name="Rectangle 23">
            <a:extLst>
              <a:ext uri="{FF2B5EF4-FFF2-40B4-BE49-F238E27FC236}">
                <a16:creationId xmlns="" xmlns:a16="http://schemas.microsoft.com/office/drawing/2014/main" id="{1F576363-4862-1A7C-1B60-B44AEA674A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1411288"/>
            <a:ext cx="9296400" cy="4035425"/>
          </a:xfrm>
          <a:prstGeom prst="rect">
            <a:avLst/>
          </a:prstGeom>
          <a:noFill/>
          <a:ln w="6350" cap="sq">
            <a:solidFill>
              <a:srgbClr val="40404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45719" rIns="45719"/>
          <a:lstStyle/>
          <a:p>
            <a:pPr eaLnBrk="1"/>
            <a:endParaRPr lang="en-US" altLang="en-US"/>
          </a:p>
        </p:txBody>
      </p:sp>
      <p:sp>
        <p:nvSpPr>
          <p:cNvPr id="5" name="Rectangle 29">
            <a:extLst>
              <a:ext uri="{FF2B5EF4-FFF2-40B4-BE49-F238E27FC236}">
                <a16:creationId xmlns="" xmlns:a16="http://schemas.microsoft.com/office/drawing/2014/main" id="{BF032D24-A8AA-D967-4D1C-4469192A06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5563" y="1268413"/>
            <a:ext cx="1920875" cy="730250"/>
          </a:xfrm>
          <a:prstGeom prst="rect">
            <a:avLst/>
          </a:prstGeom>
          <a:solidFill>
            <a:srgbClr val="E3DED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9" rIns="45719"/>
          <a:lstStyle/>
          <a:p>
            <a:pPr eaLnBrk="1"/>
            <a:endParaRPr lang="en-US" altLang="en-US"/>
          </a:p>
        </p:txBody>
      </p:sp>
      <p:grpSp>
        <p:nvGrpSpPr>
          <p:cNvPr id="6" name="Group 30">
            <a:extLst>
              <a:ext uri="{FF2B5EF4-FFF2-40B4-BE49-F238E27FC236}">
                <a16:creationId xmlns="" xmlns:a16="http://schemas.microsoft.com/office/drawing/2014/main" id="{8E8B9EB2-3038-6A6C-42AD-1A9841A1CF56}"/>
              </a:ext>
            </a:extLst>
          </p:cNvPr>
          <p:cNvGrpSpPr>
            <a:grpSpLocks/>
          </p:cNvGrpSpPr>
          <p:nvPr/>
        </p:nvGrpSpPr>
        <p:grpSpPr bwMode="auto">
          <a:xfrm>
            <a:off x="5249863" y="1268413"/>
            <a:ext cx="1692275" cy="644525"/>
            <a:chOff x="0" y="0"/>
            <a:chExt cx="1691639" cy="645295"/>
          </a:xfrm>
        </p:grpSpPr>
        <p:sp>
          <p:nvSpPr>
            <p:cNvPr id="7" name="Straight Connector 31">
              <a:extLst>
                <a:ext uri="{FF2B5EF4-FFF2-40B4-BE49-F238E27FC236}">
                  <a16:creationId xmlns="" xmlns:a16="http://schemas.microsoft.com/office/drawing/2014/main" id="{8CF6C4D8-252C-F276-490D-A43F3EFD52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-1" y="-1"/>
              <a:ext cx="2" cy="640081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45719" tIns="45719" rIns="45719" bIns="45719"/>
            <a:lstStyle/>
            <a:p>
              <a:endParaRPr lang="en-US"/>
            </a:p>
          </p:txBody>
        </p:sp>
        <p:sp>
          <p:nvSpPr>
            <p:cNvPr id="8" name="Straight Connector 32">
              <a:extLst>
                <a:ext uri="{FF2B5EF4-FFF2-40B4-BE49-F238E27FC236}">
                  <a16:creationId xmlns="" xmlns:a16="http://schemas.microsoft.com/office/drawing/2014/main" id="{0B956335-6610-C71C-2F9B-FABE33F550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1639" y="-1"/>
              <a:ext cx="1" cy="640081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45719" tIns="45719" rIns="45719" bIns="45719"/>
            <a:lstStyle/>
            <a:p>
              <a:endParaRPr lang="en-US"/>
            </a:p>
          </p:txBody>
        </p:sp>
        <p:sp>
          <p:nvSpPr>
            <p:cNvPr id="9" name="Straight Connector 33">
              <a:extLst>
                <a:ext uri="{FF2B5EF4-FFF2-40B4-BE49-F238E27FC236}">
                  <a16:creationId xmlns="" xmlns:a16="http://schemas.microsoft.com/office/drawing/2014/main" id="{8D1F0BD3-3BC9-EE4F-5BFE-1109A6EC4A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645295"/>
              <a:ext cx="1691640" cy="1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45719" tIns="45719" rIns="45719" bIns="45719"/>
            <a:lstStyle/>
            <a:p>
              <a:endParaRPr lang="en-US"/>
            </a:p>
          </p:txBody>
        </p:sp>
      </p:grpSp>
      <p:sp>
        <p:nvSpPr>
          <p:cNvPr id="46" name="Title Text"/>
          <p:cNvSpPr txBox="1">
            <a:spLocks noGrp="1"/>
          </p:cNvSpPr>
          <p:nvPr>
            <p:ph type="title"/>
          </p:nvPr>
        </p:nvSpPr>
        <p:spPr>
          <a:xfrm>
            <a:off x="1563622" y="2094308"/>
            <a:ext cx="9070849" cy="2587753"/>
          </a:xfrm>
          <a:prstGeom prst="rect">
            <a:avLst/>
          </a:prstGeom>
        </p:spPr>
        <p:txBody>
          <a:bodyPr/>
          <a:lstStyle>
            <a:lvl1pPr algn="ctr">
              <a:lnSpc>
                <a:spcPct val="83000"/>
              </a:lnSpc>
              <a:defRPr sz="7200" cap="all" spc="-100"/>
            </a:lvl1pPr>
          </a:lstStyle>
          <a:p>
            <a:r>
              <a:t>Title Text</a:t>
            </a:r>
          </a:p>
        </p:txBody>
      </p:sp>
      <p:sp>
        <p:nvSpPr>
          <p:cNvPr id="4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63624" y="4682061"/>
            <a:ext cx="9070848" cy="457201"/>
          </a:xfrm>
          <a:prstGeom prst="rect">
            <a:avLst/>
          </a:prstGeom>
        </p:spPr>
        <p:txBody>
          <a:bodyPr/>
          <a:lstStyle>
            <a:lvl1pPr marL="0" indent="0" algn="ctr">
              <a:buClrTx/>
              <a:buSzTx/>
              <a:buFontTx/>
              <a:buNone/>
              <a:defRPr sz="1600"/>
            </a:lvl1pPr>
            <a:lvl2pPr marL="0" indent="457200" algn="ctr">
              <a:buClrTx/>
              <a:buSzTx/>
              <a:buFontTx/>
              <a:buNone/>
              <a:defRPr sz="1600"/>
            </a:lvl2pPr>
            <a:lvl3pPr marL="0" indent="914400" algn="ctr">
              <a:buClrTx/>
              <a:buSzTx/>
              <a:buFontTx/>
              <a:buNone/>
              <a:defRPr sz="1600"/>
            </a:lvl3pPr>
            <a:lvl4pPr marL="0" indent="1371600" algn="ctr">
              <a:buClrTx/>
              <a:buSzTx/>
              <a:buFontTx/>
              <a:buNone/>
              <a:defRPr sz="1600"/>
            </a:lvl4pPr>
            <a:lvl5pPr marL="0" indent="1828800" algn="ctr">
              <a:buClrTx/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="" xmlns:a16="http://schemas.microsoft.com/office/drawing/2014/main" id="{7E8F1D1E-28D2-CCF0-3C6D-1F82FD370FE1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>
          <a:xfrm>
            <a:off x="10471150" y="5195888"/>
            <a:ext cx="246063" cy="244475"/>
          </a:xfrm>
        </p:spPr>
        <p:txBody>
          <a:bodyPr/>
          <a:lstStyle>
            <a:lvl1pPr>
              <a:defRPr/>
            </a:lvl1pPr>
          </a:lstStyle>
          <a:p>
            <a:fld id="{7DE2C9FE-144B-5C41-BDEC-35086B50F52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2434552027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066800" y="2103120"/>
            <a:ext cx="4754880" cy="3749041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="" xmlns:a16="http://schemas.microsoft.com/office/drawing/2014/main" id="{4689C677-8374-D3D9-E8EF-135C932B0943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7CCC0C4-04DF-A94A-AD52-9447E16FA77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3147797976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5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069847" y="2074334"/>
            <a:ext cx="4754881" cy="640081"/>
          </a:xfrm>
          <a:prstGeom prst="rect">
            <a:avLst/>
          </a:prstGeom>
        </p:spPr>
        <p:txBody>
          <a:bodyPr anchor="ctr"/>
          <a:lstStyle>
            <a:lvl1pPr marL="0" indent="0" algn="ctr">
              <a:spcBef>
                <a:spcPts val="0"/>
              </a:spcBef>
              <a:buClrTx/>
              <a:buSzTx/>
              <a:buFontTx/>
              <a:buNone/>
              <a:defRPr sz="1900">
                <a:solidFill>
                  <a:srgbClr val="1485A4"/>
                </a:solidFill>
              </a:defRPr>
            </a:lvl1pPr>
            <a:lvl2pPr marL="0" indent="457200" algn="ctr">
              <a:spcBef>
                <a:spcPts val="0"/>
              </a:spcBef>
              <a:buClrTx/>
              <a:buSzTx/>
              <a:buFontTx/>
              <a:buNone/>
              <a:defRPr sz="1900">
                <a:solidFill>
                  <a:srgbClr val="1485A4"/>
                </a:solidFill>
              </a:defRPr>
            </a:lvl2pPr>
            <a:lvl3pPr marL="0" indent="914400" algn="ctr">
              <a:spcBef>
                <a:spcPts val="0"/>
              </a:spcBef>
              <a:buClrTx/>
              <a:buSzTx/>
              <a:buFontTx/>
              <a:buNone/>
              <a:defRPr sz="1900">
                <a:solidFill>
                  <a:srgbClr val="1485A4"/>
                </a:solidFill>
              </a:defRPr>
            </a:lvl3pPr>
            <a:lvl4pPr marL="0" indent="1371600" algn="ctr">
              <a:spcBef>
                <a:spcPts val="0"/>
              </a:spcBef>
              <a:buClrTx/>
              <a:buSzTx/>
              <a:buFontTx/>
              <a:buNone/>
              <a:defRPr sz="1900">
                <a:solidFill>
                  <a:srgbClr val="1485A4"/>
                </a:solidFill>
              </a:defRPr>
            </a:lvl4pPr>
            <a:lvl5pPr marL="0" indent="1828800" algn="ctr">
              <a:spcBef>
                <a:spcPts val="0"/>
              </a:spcBef>
              <a:buClrTx/>
              <a:buSzTx/>
              <a:buFontTx/>
              <a:buNone/>
              <a:defRPr sz="1900">
                <a:solidFill>
                  <a:srgbClr val="1485A4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6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373367" y="2074334"/>
            <a:ext cx="4754881" cy="640081"/>
          </a:xfrm>
          <a:prstGeom prst="rect">
            <a:avLst/>
          </a:prstGeom>
        </p:spPr>
        <p:txBody>
          <a:bodyPr anchor="ctr"/>
          <a:lstStyle/>
          <a:p>
            <a:endParaRPr/>
          </a:p>
        </p:txBody>
      </p:sp>
      <p:sp>
        <p:nvSpPr>
          <p:cNvPr id="2" name="Slide Number">
            <a:extLst>
              <a:ext uri="{FF2B5EF4-FFF2-40B4-BE49-F238E27FC236}">
                <a16:creationId xmlns="" xmlns:a16="http://schemas.microsoft.com/office/drawing/2014/main" id="{F07450F0-F765-E279-CFBF-3F678CBFC128}"/>
              </a:ext>
            </a:extLst>
          </p:cNvPr>
          <p:cNvSpPr txBox="1">
            <a:spLocks noGrp="1" noChangeArrowheads="1"/>
          </p:cNvSpPr>
          <p:nvPr>
            <p:ph type="sldNum" sz="quarter" idx="2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6C1D263-1AA8-914C-B6B2-AC0CA297B34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3349598237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="" xmlns:a16="http://schemas.microsoft.com/office/drawing/2014/main" id="{DA91FD96-FC44-340B-AFAA-50AAF9FF8ADD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2070847-8EBE-5D46-A773-79A29017AC8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3606434258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>
            <a:extLst>
              <a:ext uri="{FF2B5EF4-FFF2-40B4-BE49-F238E27FC236}">
                <a16:creationId xmlns="" xmlns:a16="http://schemas.microsoft.com/office/drawing/2014/main" id="{595FB379-FDEF-ED9A-DB14-EDA5D93CBBFD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EC1DF65-ABDA-5E4A-823B-2B63C877523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3673115338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5">
            <a:extLst>
              <a:ext uri="{FF2B5EF4-FFF2-40B4-BE49-F238E27FC236}">
                <a16:creationId xmlns="" xmlns:a16="http://schemas.microsoft.com/office/drawing/2014/main" id="{D966225F-CD69-DF49-5D21-D52B25225E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063" y="238125"/>
            <a:ext cx="8531225" cy="6381750"/>
          </a:xfrm>
          <a:prstGeom prst="rect">
            <a:avLst/>
          </a:prstGeom>
          <a:solidFill>
            <a:srgbClr val="E3DED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9" rIns="45719"/>
          <a:lstStyle/>
          <a:p>
            <a:pPr eaLnBrk="1"/>
            <a:endParaRPr lang="en-US" altLang="en-US"/>
          </a:p>
        </p:txBody>
      </p:sp>
      <p:sp>
        <p:nvSpPr>
          <p:cNvPr id="3" name="Rectangle 14">
            <a:extLst>
              <a:ext uri="{FF2B5EF4-FFF2-40B4-BE49-F238E27FC236}">
                <a16:creationId xmlns="" xmlns:a16="http://schemas.microsoft.com/office/drawing/2014/main" id="{AFA29873-8160-B20E-71D5-FCC560592C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20175" y="238125"/>
            <a:ext cx="2925763" cy="63817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9" rIns="45719"/>
          <a:lstStyle/>
          <a:p>
            <a:pPr eaLnBrk="1"/>
            <a:endParaRPr lang="en-US" altLang="en-US"/>
          </a:p>
        </p:txBody>
      </p:sp>
      <p:sp>
        <p:nvSpPr>
          <p:cNvPr id="4" name="Rectangle 11">
            <a:extLst>
              <a:ext uri="{FF2B5EF4-FFF2-40B4-BE49-F238E27FC236}">
                <a16:creationId xmlns="" xmlns:a16="http://schemas.microsoft.com/office/drawing/2014/main" id="{6FB4BBF1-6074-AB7A-EF90-F41C1F391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8288" y="374650"/>
            <a:ext cx="2651125" cy="6108700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45719" rIns="45719"/>
          <a:lstStyle/>
          <a:p>
            <a:pPr eaLnBrk="1"/>
            <a:endParaRPr lang="en-US" altLang="en-US"/>
          </a:p>
        </p:txBody>
      </p:sp>
      <p:sp>
        <p:nvSpPr>
          <p:cNvPr id="91" name="Title Text"/>
          <p:cNvSpPr txBox="1">
            <a:spLocks noGrp="1"/>
          </p:cNvSpPr>
          <p:nvPr>
            <p:ph type="title"/>
          </p:nvPr>
        </p:nvSpPr>
        <p:spPr>
          <a:xfrm>
            <a:off x="9296400" y="607391"/>
            <a:ext cx="2430780" cy="1645922"/>
          </a:xfrm>
          <a:prstGeom prst="rect">
            <a:avLst/>
          </a:prstGeom>
        </p:spPr>
        <p:txBody>
          <a:bodyPr anchor="b"/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92" name="Body Level One…"/>
          <p:cNvSpPr txBox="1">
            <a:spLocks noGrp="1"/>
          </p:cNvSpPr>
          <p:nvPr>
            <p:ph type="body" idx="1"/>
          </p:nvPr>
        </p:nvSpPr>
        <p:spPr>
          <a:xfrm>
            <a:off x="685800" y="609600"/>
            <a:ext cx="7772400" cy="5334000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3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9296400" y="2286000"/>
            <a:ext cx="2430780" cy="35052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Slide Number">
            <a:extLst>
              <a:ext uri="{FF2B5EF4-FFF2-40B4-BE49-F238E27FC236}">
                <a16:creationId xmlns="" xmlns:a16="http://schemas.microsoft.com/office/drawing/2014/main" id="{466054F9-64BF-ECC6-C745-D49C9F0F3613}"/>
              </a:ext>
            </a:extLst>
          </p:cNvPr>
          <p:cNvSpPr txBox="1">
            <a:spLocks noGrp="1" noChangeArrowheads="1"/>
          </p:cNvSpPr>
          <p:nvPr>
            <p:ph type="sldNum" sz="quarter" idx="22"/>
          </p:nvPr>
        </p:nvSpPr>
        <p:spPr>
          <a:xfrm>
            <a:off x="11612563" y="6253163"/>
            <a:ext cx="244475" cy="244475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DC5F8D5-13F6-434A-AF84-D4FC983830A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1438867504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>
            <a:extLst>
              <a:ext uri="{FF2B5EF4-FFF2-40B4-BE49-F238E27FC236}">
                <a16:creationId xmlns="" xmlns:a16="http://schemas.microsoft.com/office/drawing/2014/main" id="{DB22998E-BC3B-D166-EF08-8806C24949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20175" y="238125"/>
            <a:ext cx="2925763" cy="63817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9" rIns="45719"/>
          <a:lstStyle/>
          <a:p>
            <a:pPr eaLnBrk="1"/>
            <a:endParaRPr lang="en-US" altLang="en-US"/>
          </a:p>
        </p:txBody>
      </p:sp>
      <p:sp>
        <p:nvSpPr>
          <p:cNvPr id="3" name="Rectangle 9">
            <a:extLst>
              <a:ext uri="{FF2B5EF4-FFF2-40B4-BE49-F238E27FC236}">
                <a16:creationId xmlns="" xmlns:a16="http://schemas.microsoft.com/office/drawing/2014/main" id="{E975A923-39E7-D990-3994-5B2FCD4D9E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8288" y="374650"/>
            <a:ext cx="2651125" cy="6108700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45719" rIns="45719"/>
          <a:lstStyle/>
          <a:p>
            <a:pPr eaLnBrk="1"/>
            <a:endParaRPr lang="en-US" altLang="en-US"/>
          </a:p>
        </p:txBody>
      </p:sp>
      <p:sp>
        <p:nvSpPr>
          <p:cNvPr id="103" name="Title Text"/>
          <p:cNvSpPr txBox="1">
            <a:spLocks noGrp="1"/>
          </p:cNvSpPr>
          <p:nvPr>
            <p:ph type="title"/>
          </p:nvPr>
        </p:nvSpPr>
        <p:spPr>
          <a:xfrm>
            <a:off x="9296400" y="603504"/>
            <a:ext cx="2432305" cy="1645921"/>
          </a:xfrm>
          <a:prstGeom prst="rect">
            <a:avLst/>
          </a:prstGeom>
        </p:spPr>
        <p:txBody>
          <a:bodyPr anchor="b"/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04" name="Picture Placeholder 2"/>
          <p:cNvSpPr>
            <a:spLocks noGrp="1"/>
          </p:cNvSpPr>
          <p:nvPr>
            <p:ph type="pic" idx="21"/>
          </p:nvPr>
        </p:nvSpPr>
        <p:spPr>
          <a:xfrm>
            <a:off x="228599" y="237743"/>
            <a:ext cx="8531353" cy="638251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 lvl="0"/>
            <a:endParaRPr noProof="0">
              <a:sym typeface="Century Gothic"/>
            </a:endParaRPr>
          </a:p>
        </p:txBody>
      </p:sp>
      <p:sp>
        <p:nvSpPr>
          <p:cNvPr id="105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9296400" y="2286000"/>
            <a:ext cx="2432305" cy="350215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0000"/>
              </a:lnSpc>
              <a:spcBef>
                <a:spcPts val="800"/>
              </a:spcBef>
              <a:buClrTx/>
              <a:buSzTx/>
              <a:buFontTx/>
              <a:buNone/>
              <a:defRPr sz="1400">
                <a:solidFill>
                  <a:srgbClr val="FFFFFF"/>
                </a:solidFill>
              </a:defRPr>
            </a:lvl1pPr>
            <a:lvl2pPr marL="0" indent="457200">
              <a:lnSpc>
                <a:spcPct val="110000"/>
              </a:lnSpc>
              <a:spcBef>
                <a:spcPts val="800"/>
              </a:spcBef>
              <a:buClrTx/>
              <a:buSzTx/>
              <a:buFontTx/>
              <a:buNone/>
              <a:defRPr sz="1400">
                <a:solidFill>
                  <a:srgbClr val="FFFFFF"/>
                </a:solidFill>
              </a:defRPr>
            </a:lvl2pPr>
            <a:lvl3pPr marL="0" indent="914400">
              <a:lnSpc>
                <a:spcPct val="110000"/>
              </a:lnSpc>
              <a:spcBef>
                <a:spcPts val="800"/>
              </a:spcBef>
              <a:buClrTx/>
              <a:buSzTx/>
              <a:buFontTx/>
              <a:buNone/>
              <a:defRPr sz="1400">
                <a:solidFill>
                  <a:srgbClr val="FFFFFF"/>
                </a:solidFill>
              </a:defRPr>
            </a:lvl3pPr>
            <a:lvl4pPr marL="0" indent="1371600">
              <a:lnSpc>
                <a:spcPct val="110000"/>
              </a:lnSpc>
              <a:spcBef>
                <a:spcPts val="800"/>
              </a:spcBef>
              <a:buClrTx/>
              <a:buSzTx/>
              <a:buFontTx/>
              <a:buNone/>
              <a:defRPr sz="1400">
                <a:solidFill>
                  <a:srgbClr val="FFFFFF"/>
                </a:solidFill>
              </a:defRPr>
            </a:lvl4pPr>
            <a:lvl5pPr marL="0" indent="1828800">
              <a:lnSpc>
                <a:spcPct val="110000"/>
              </a:lnSpc>
              <a:spcBef>
                <a:spcPts val="800"/>
              </a:spcBef>
              <a:buClrTx/>
              <a:buSzTx/>
              <a:buFontTx/>
              <a:buNone/>
              <a:defRPr sz="1400"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="" xmlns:a16="http://schemas.microsoft.com/office/drawing/2014/main" id="{DE5D4193-08BF-1A2B-C1EF-983EA7993945}"/>
              </a:ext>
            </a:extLst>
          </p:cNvPr>
          <p:cNvSpPr txBox="1">
            <a:spLocks noGrp="1" noChangeArrowheads="1"/>
          </p:cNvSpPr>
          <p:nvPr>
            <p:ph type="sldNum" sz="quarter" idx="22"/>
          </p:nvPr>
        </p:nvSpPr>
        <p:spPr>
          <a:xfrm>
            <a:off x="11614150" y="6257925"/>
            <a:ext cx="246063" cy="242888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E926F5B-8F7A-FA43-94B3-B589C334063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="" xmlns:p14="http://schemas.microsoft.com/office/powerpoint/2010/main" val="18914852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6">
            <a:extLst>
              <a:ext uri="{FF2B5EF4-FFF2-40B4-BE49-F238E27FC236}">
                <a16:creationId xmlns="" xmlns:a16="http://schemas.microsoft.com/office/drawing/2014/main" id="{E3938687-6647-B272-4AF2-FEA54E6C63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950" y="238125"/>
            <a:ext cx="11722100" cy="6381750"/>
          </a:xfrm>
          <a:prstGeom prst="rect">
            <a:avLst/>
          </a:prstGeom>
          <a:solidFill>
            <a:srgbClr val="E3DED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9" rIns="45719"/>
          <a:lstStyle/>
          <a:p>
            <a:pPr eaLnBrk="1"/>
            <a:endParaRPr lang="en-US" altLang="en-US"/>
          </a:p>
        </p:txBody>
      </p:sp>
      <p:sp>
        <p:nvSpPr>
          <p:cNvPr id="1027" name="Title Text">
            <a:extLst>
              <a:ext uri="{FF2B5EF4-FFF2-40B4-BE49-F238E27FC236}">
                <a16:creationId xmlns="" xmlns:a16="http://schemas.microsoft.com/office/drawing/2014/main" id="{2335BC04-A659-DCBB-3628-F877D82C6B87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 bwMode="auto">
          <a:xfrm>
            <a:off x="1066800" y="642938"/>
            <a:ext cx="100584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vert="horz" wrap="square" lIns="45719" tIns="45720" rIns="45719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Century Gothic" panose="020B0502020202020204" pitchFamily="34" charset="0"/>
              </a:rPr>
              <a:t>Title Text</a:t>
            </a:r>
          </a:p>
        </p:txBody>
      </p:sp>
      <p:sp>
        <p:nvSpPr>
          <p:cNvPr id="1028" name="Body Level One…">
            <a:extLst>
              <a:ext uri="{FF2B5EF4-FFF2-40B4-BE49-F238E27FC236}">
                <a16:creationId xmlns="" xmlns:a16="http://schemas.microsoft.com/office/drawing/2014/main" id="{1D7A483A-66A2-2AB0-5704-E5422D6065C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vert="horz" wrap="square" lIns="45719" tIns="45720" rIns="45719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Century Gothic" panose="020B0502020202020204" pitchFamily="34" charset="0"/>
              </a:rPr>
              <a:t>Body Level One</a:t>
            </a:r>
          </a:p>
          <a:p>
            <a:pPr lvl="1"/>
            <a:r>
              <a:rPr lang="en-US" altLang="en-US">
                <a:sym typeface="Century Gothic" panose="020B0502020202020204" pitchFamily="34" charset="0"/>
              </a:rPr>
              <a:t>Body Level Two</a:t>
            </a:r>
          </a:p>
          <a:p>
            <a:pPr lvl="2"/>
            <a:r>
              <a:rPr lang="en-US" altLang="en-US">
                <a:sym typeface="Century Gothic" panose="020B0502020202020204" pitchFamily="34" charset="0"/>
              </a:rPr>
              <a:t>Body Level Three</a:t>
            </a:r>
          </a:p>
          <a:p>
            <a:pPr lvl="3"/>
            <a:r>
              <a:rPr lang="en-US" altLang="en-US">
                <a:sym typeface="Century Gothic" panose="020B0502020202020204" pitchFamily="34" charset="0"/>
              </a:rPr>
              <a:t>Body Level Four</a:t>
            </a:r>
          </a:p>
          <a:p>
            <a:pPr lvl="4"/>
            <a:r>
              <a:rPr lang="en-US" altLang="en-US">
                <a:sym typeface="Century Gothic" panose="020B0502020202020204" pitchFamily="34" charset="0"/>
              </a:rPr>
              <a:t>Body Level Five</a:t>
            </a:r>
          </a:p>
        </p:txBody>
      </p:sp>
      <p:sp>
        <p:nvSpPr>
          <p:cNvPr id="1029" name="Slide Number">
            <a:extLst>
              <a:ext uri="{FF2B5EF4-FFF2-40B4-BE49-F238E27FC236}">
                <a16:creationId xmlns="" xmlns:a16="http://schemas.microsoft.com/office/drawing/2014/main" id="{C39A31EA-FDCB-3400-838B-F8A8A868F70C}"/>
              </a:ext>
            </a:extLst>
          </p:cNvPr>
          <p:cNvSpPr txBox="1">
            <a:spLocks noGrp="1" noChangeArrowheads="1"/>
          </p:cNvSpPr>
          <p:nvPr>
            <p:ph type="sldNum" sz="quarter" idx="2"/>
          </p:nvPr>
        </p:nvSpPr>
        <p:spPr bwMode="auto">
          <a:xfrm>
            <a:off x="11688763" y="6338888"/>
            <a:ext cx="244475" cy="24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vert="horz" wrap="none" lIns="45719" tIns="45720" rIns="45719" bIns="45720" numCol="1" anchor="b" anchorCtr="0" compatLnSpc="1">
            <a:prstTxWarp prst="textNoShape">
              <a:avLst/>
            </a:prstTxWarp>
            <a:spAutoFit/>
          </a:bodyPr>
          <a:lstStyle>
            <a:lvl1pPr algn="r" eaLnBrk="1">
              <a:defRPr sz="1000">
                <a:solidFill>
                  <a:srgbClr val="404040"/>
                </a:solidFill>
              </a:defRPr>
            </a:lvl1pPr>
          </a:lstStyle>
          <a:p>
            <a:fld id="{07E47D6E-2005-5845-9CC8-224BC14F24D1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2" r:id="rId2"/>
    <p:sldLayoutId id="2147483668" r:id="rId3"/>
    <p:sldLayoutId id="2147483663" r:id="rId4"/>
    <p:sldLayoutId id="2147483664" r:id="rId5"/>
    <p:sldLayoutId id="2147483665" r:id="rId6"/>
    <p:sldLayoutId id="2147483666" r:id="rId7"/>
    <p:sldLayoutId id="2147483669" r:id="rId8"/>
    <p:sldLayoutId id="2147483670" r:id="rId9"/>
  </p:sldLayoutIdLst>
  <p:transition spd="med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rgbClr val="262626"/>
          </a:solidFill>
          <a:latin typeface="+mj-lt"/>
          <a:ea typeface="+mj-ea"/>
          <a:cs typeface="+mj-cs"/>
          <a:sym typeface="Century Gothic" panose="020B0502020202020204" pitchFamily="34" charset="0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rgbClr val="262626"/>
          </a:solidFill>
          <a:latin typeface="+mj-lt"/>
          <a:ea typeface="+mj-ea"/>
          <a:cs typeface="+mj-cs"/>
          <a:sym typeface="Century Gothic" panose="020B050202020202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rgbClr val="262626"/>
          </a:solidFill>
          <a:latin typeface="+mj-lt"/>
          <a:ea typeface="+mj-ea"/>
          <a:cs typeface="+mj-cs"/>
          <a:sym typeface="Century Gothic" panose="020B050202020202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rgbClr val="262626"/>
          </a:solidFill>
          <a:latin typeface="+mj-lt"/>
          <a:ea typeface="+mj-ea"/>
          <a:cs typeface="+mj-cs"/>
          <a:sym typeface="Century Gothic" panose="020B050202020202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rgbClr val="262626"/>
          </a:solidFill>
          <a:latin typeface="+mj-lt"/>
          <a:ea typeface="+mj-ea"/>
          <a:cs typeface="+mj-cs"/>
          <a:sym typeface="Century Gothic" panose="020B0502020202020204" pitchFamily="34" charset="0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solidFill>
            <a:srgbClr val="262626"/>
          </a:solidFill>
          <a:uFillTx/>
          <a:latin typeface="+mj-lt"/>
          <a:ea typeface="+mj-ea"/>
          <a:cs typeface="+mj-cs"/>
          <a:sym typeface="Century Gothic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solidFill>
            <a:srgbClr val="262626"/>
          </a:solidFill>
          <a:uFillTx/>
          <a:latin typeface="+mj-lt"/>
          <a:ea typeface="+mj-ea"/>
          <a:cs typeface="+mj-cs"/>
          <a:sym typeface="Century Gothic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solidFill>
            <a:srgbClr val="262626"/>
          </a:solidFill>
          <a:uFillTx/>
          <a:latin typeface="+mj-lt"/>
          <a:ea typeface="+mj-ea"/>
          <a:cs typeface="+mj-cs"/>
          <a:sym typeface="Century Gothic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solidFill>
            <a:srgbClr val="262626"/>
          </a:solidFill>
          <a:uFillTx/>
          <a:latin typeface="+mj-lt"/>
          <a:ea typeface="+mj-ea"/>
          <a:cs typeface="+mj-cs"/>
          <a:sym typeface="Century Gothic"/>
        </a:defRPr>
      </a:lvl9pPr>
    </p:titleStyle>
    <p:bodyStyle>
      <a:lvl1pPr marL="182563" indent="-182563" algn="l" rtl="0" eaLnBrk="0" fontAlgn="base" hangingPunct="0">
        <a:spcBef>
          <a:spcPts val="900"/>
        </a:spcBef>
        <a:spcAft>
          <a:spcPct val="0"/>
        </a:spcAft>
        <a:buClr>
          <a:srgbClr val="262626"/>
        </a:buClr>
        <a:buSzPct val="100000"/>
        <a:buFont typeface="Garamond" panose="02020404030301010803" pitchFamily="18" charset="0"/>
        <a:buChar char="◦"/>
        <a:defRPr>
          <a:solidFill>
            <a:srgbClr val="000000"/>
          </a:solidFill>
          <a:latin typeface="+mj-lt"/>
          <a:ea typeface="+mj-ea"/>
          <a:cs typeface="+mj-cs"/>
          <a:sym typeface="Century Gothic" panose="020B0502020202020204" pitchFamily="34" charset="0"/>
        </a:defRPr>
      </a:lvl1pPr>
      <a:lvl2pPr marL="479425" indent="-204788" algn="l" rtl="0" eaLnBrk="0" fontAlgn="base" hangingPunct="0">
        <a:spcBef>
          <a:spcPts val="900"/>
        </a:spcBef>
        <a:spcAft>
          <a:spcPct val="0"/>
        </a:spcAft>
        <a:buClr>
          <a:srgbClr val="262626"/>
        </a:buClr>
        <a:buSzPct val="100000"/>
        <a:buFont typeface="Garamond" panose="02020404030301010803" pitchFamily="18" charset="0"/>
        <a:buChar char="◦"/>
        <a:defRPr>
          <a:solidFill>
            <a:srgbClr val="000000"/>
          </a:solidFill>
          <a:latin typeface="+mj-lt"/>
          <a:ea typeface="+mj-ea"/>
          <a:cs typeface="+mj-cs"/>
          <a:sym typeface="Century Gothic" panose="020B0502020202020204" pitchFamily="34" charset="0"/>
        </a:defRPr>
      </a:lvl2pPr>
      <a:lvl3pPr marL="782638" indent="-234950" algn="l" rtl="0" eaLnBrk="0" fontAlgn="base" hangingPunct="0">
        <a:spcBef>
          <a:spcPts val="900"/>
        </a:spcBef>
        <a:spcAft>
          <a:spcPct val="0"/>
        </a:spcAft>
        <a:buClr>
          <a:srgbClr val="262626"/>
        </a:buClr>
        <a:buSzPct val="100000"/>
        <a:buFont typeface="Garamond" panose="02020404030301010803" pitchFamily="18" charset="0"/>
        <a:buChar char="◦"/>
        <a:defRPr>
          <a:solidFill>
            <a:srgbClr val="000000"/>
          </a:solidFill>
          <a:latin typeface="+mj-lt"/>
          <a:ea typeface="+mj-ea"/>
          <a:cs typeface="+mj-cs"/>
          <a:sym typeface="Century Gothic" panose="020B0502020202020204" pitchFamily="34" charset="0"/>
        </a:defRPr>
      </a:lvl3pPr>
      <a:lvl4pPr marL="1057275" indent="-234950" algn="l" rtl="0" eaLnBrk="0" fontAlgn="base" hangingPunct="0">
        <a:spcBef>
          <a:spcPts val="900"/>
        </a:spcBef>
        <a:spcAft>
          <a:spcPct val="0"/>
        </a:spcAft>
        <a:buClr>
          <a:srgbClr val="262626"/>
        </a:buClr>
        <a:buSzPct val="100000"/>
        <a:buFont typeface="Garamond" panose="02020404030301010803" pitchFamily="18" charset="0"/>
        <a:buChar char="◦"/>
        <a:defRPr>
          <a:solidFill>
            <a:srgbClr val="000000"/>
          </a:solidFill>
          <a:latin typeface="+mj-lt"/>
          <a:ea typeface="+mj-ea"/>
          <a:cs typeface="+mj-cs"/>
          <a:sym typeface="Century Gothic" panose="020B0502020202020204" pitchFamily="34" charset="0"/>
        </a:defRPr>
      </a:lvl4pPr>
      <a:lvl5pPr marL="1331913" indent="-234950" algn="l" rtl="0" eaLnBrk="0" fontAlgn="base" hangingPunct="0">
        <a:spcBef>
          <a:spcPts val="900"/>
        </a:spcBef>
        <a:spcAft>
          <a:spcPct val="0"/>
        </a:spcAft>
        <a:buClr>
          <a:srgbClr val="262626"/>
        </a:buClr>
        <a:buSzPct val="100000"/>
        <a:buFont typeface="Garamond" panose="02020404030301010803" pitchFamily="18" charset="0"/>
        <a:buChar char="◦"/>
        <a:defRPr>
          <a:solidFill>
            <a:srgbClr val="000000"/>
          </a:solidFill>
          <a:latin typeface="+mj-lt"/>
          <a:ea typeface="+mj-ea"/>
          <a:cs typeface="+mj-cs"/>
          <a:sym typeface="Century Gothic" panose="020B0502020202020204" pitchFamily="34" charset="0"/>
        </a:defRPr>
      </a:lvl5pPr>
      <a:lvl6pPr marL="1665314" marR="0" indent="-293914" algn="l" defTabSz="914400" rtl="0" latinLnBrk="0">
        <a:lnSpc>
          <a:spcPct val="100000"/>
        </a:lnSpc>
        <a:spcBef>
          <a:spcPts val="900"/>
        </a:spcBef>
        <a:spcAft>
          <a:spcPts val="0"/>
        </a:spcAft>
        <a:buClr>
          <a:srgbClr val="262626"/>
        </a:buClr>
        <a:buSzPct val="100000"/>
        <a:buFont typeface="Garamond"/>
        <a:buChar char="◦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entury Gothic"/>
        </a:defRPr>
      </a:lvl6pPr>
      <a:lvl7pPr marL="1965314" marR="0" indent="-293914" algn="l" defTabSz="914400" rtl="0" latinLnBrk="0">
        <a:lnSpc>
          <a:spcPct val="100000"/>
        </a:lnSpc>
        <a:spcBef>
          <a:spcPts val="900"/>
        </a:spcBef>
        <a:spcAft>
          <a:spcPts val="0"/>
        </a:spcAft>
        <a:buClr>
          <a:srgbClr val="262626"/>
        </a:buClr>
        <a:buSzPct val="100000"/>
        <a:buFont typeface="Garamond"/>
        <a:buChar char="◦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entury Gothic"/>
        </a:defRPr>
      </a:lvl7pPr>
      <a:lvl8pPr marL="2265314" marR="0" indent="-293914" algn="l" defTabSz="914400" rtl="0" latinLnBrk="0">
        <a:lnSpc>
          <a:spcPct val="100000"/>
        </a:lnSpc>
        <a:spcBef>
          <a:spcPts val="900"/>
        </a:spcBef>
        <a:spcAft>
          <a:spcPts val="0"/>
        </a:spcAft>
        <a:buClr>
          <a:srgbClr val="262626"/>
        </a:buClr>
        <a:buSzPct val="100000"/>
        <a:buFont typeface="Garamond"/>
        <a:buChar char="◦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entury Gothic"/>
        </a:defRPr>
      </a:lvl8pPr>
      <a:lvl9pPr marL="2565314" marR="0" indent="-293914" algn="l" defTabSz="914400" rtl="0" latinLnBrk="0">
        <a:lnSpc>
          <a:spcPct val="100000"/>
        </a:lnSpc>
        <a:spcBef>
          <a:spcPts val="900"/>
        </a:spcBef>
        <a:spcAft>
          <a:spcPts val="0"/>
        </a:spcAft>
        <a:buClr>
          <a:srgbClr val="262626"/>
        </a:buClr>
        <a:buSzPct val="100000"/>
        <a:buFont typeface="Garamond"/>
        <a:buChar char="◦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entury Gothic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TextBox 2">
            <a:extLst>
              <a:ext uri="{FF2B5EF4-FFF2-40B4-BE49-F238E27FC236}">
                <a16:creationId xmlns="" xmlns:a16="http://schemas.microsoft.com/office/drawing/2014/main" id="{C710F092-4ED0-2184-0906-781CF9740C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1866900"/>
            <a:ext cx="10872787" cy="477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square" lIns="45719" rIns="45719">
            <a:spAutoFit/>
          </a:bodyPr>
          <a:lstStyle/>
          <a:p>
            <a:pPr algn="ctr" eaLnBrk="1"/>
            <a:r>
              <a:rPr lang="en-US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MINOR PROJECT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ABSTRACT REVIEW </a:t>
            </a:r>
          </a:p>
          <a:p>
            <a:pPr algn="ctr" eaLnBrk="1"/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ON</a:t>
            </a:r>
          </a:p>
          <a:p>
            <a:pPr algn="ctr" eaLnBrk="1"/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CENTRALISED DIGITAL PLATFORM FOR COMPREHENSIVE STUDENT ACTIVITY RECORD IN HEIs</a:t>
            </a:r>
            <a:endParaRPr lang="en-US" altLang="en-US" sz="3600" b="1" dirty="0" smtClean="0">
              <a:latin typeface="Times New Roman" pitchFamily="18" charset="0"/>
              <a:cs typeface="Times New Roman" pitchFamily="18" charset="0"/>
              <a:sym typeface="Times New Roman" panose="02020603050405020304" pitchFamily="18" charset="0"/>
            </a:endParaRPr>
          </a:p>
          <a:p>
            <a:pPr algn="ctr" eaLnBrk="1"/>
            <a:endParaRPr lang="en-US" altLang="en-US" sz="2100" b="1" dirty="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algn="ctr" eaLnBrk="1"/>
            <a:r>
              <a:rPr lang="en-US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TEAM </a:t>
            </a:r>
            <a:r>
              <a:rPr lang="en-US" altLang="en-US" sz="21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MEMBERS</a:t>
            </a:r>
            <a:endParaRPr lang="en-US" altLang="en-US" sz="2100" b="1" dirty="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algn="ctr" eaLnBrk="1"/>
            <a:endParaRPr lang="en-US" altLang="en-US" sz="2100" b="1" dirty="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eaLnBrk="1"/>
            <a:endParaRPr lang="en-US" altLang="en-US" sz="1600" b="1" dirty="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eaLnBrk="1"/>
            <a:endParaRPr lang="en-US" altLang="en-US" sz="1600" b="1" dirty="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eaLnBrk="1"/>
            <a:endParaRPr lang="en-US" altLang="en-US" sz="1600" b="1" dirty="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eaLnBrk="1"/>
            <a:endParaRPr lang="en-US" altLang="en-US" sz="1600" b="1" dirty="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eaLnBrk="1"/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PROJECT GUIDE </a:t>
            </a:r>
            <a:r>
              <a:rPr lang="en-US" alt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: MS.P. SONY</a:t>
            </a:r>
            <a:endParaRPr lang="en-US" altLang="en-US" sz="1600" b="1" dirty="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="" xmlns:a16="http://schemas.microsoft.com/office/drawing/2014/main" id="{752F38D6-AC8E-EF22-CEC3-23D83443B5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426908119"/>
              </p:ext>
            </p:extLst>
          </p:nvPr>
        </p:nvGraphicFramePr>
        <p:xfrm>
          <a:off x="1248504" y="5040206"/>
          <a:ext cx="9928353" cy="7342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09451">
                  <a:extLst>
                    <a:ext uri="{9D8B030D-6E8A-4147-A177-3AD203B41FA5}">
                      <a16:colId xmlns="" xmlns:a16="http://schemas.microsoft.com/office/drawing/2014/main" val="112593766"/>
                    </a:ext>
                  </a:extLst>
                </a:gridCol>
                <a:gridCol w="3309451">
                  <a:extLst>
                    <a:ext uri="{9D8B030D-6E8A-4147-A177-3AD203B41FA5}">
                      <a16:colId xmlns="" xmlns:a16="http://schemas.microsoft.com/office/drawing/2014/main" val="871669873"/>
                    </a:ext>
                  </a:extLst>
                </a:gridCol>
                <a:gridCol w="3309451">
                  <a:extLst>
                    <a:ext uri="{9D8B030D-6E8A-4147-A177-3AD203B41FA5}">
                      <a16:colId xmlns="" xmlns:a16="http://schemas.microsoft.com/office/drawing/2014/main" val="659781872"/>
                    </a:ext>
                  </a:extLst>
                </a:gridCol>
              </a:tblGrid>
              <a:tr h="367115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A.</a:t>
                      </a:r>
                      <a:r>
                        <a:rPr lang="en-US" sz="1600" b="1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 RITHVIK</a:t>
                      </a:r>
                      <a:endParaRPr lang="en-IN" sz="16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A.</a:t>
                      </a:r>
                      <a:r>
                        <a:rPr lang="en-US" sz="1600" b="1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 REKHA SRI MOUNICA</a:t>
                      </a:r>
                      <a:endParaRPr lang="en-IN" sz="16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P.</a:t>
                      </a:r>
                      <a:r>
                        <a:rPr lang="en-US" sz="1600" b="1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 LOHITAKSH</a:t>
                      </a:r>
                      <a:endParaRPr lang="en-IN" sz="16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2712709308"/>
                  </a:ext>
                </a:extLst>
              </a:tr>
              <a:tr h="367115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23P61A1202</a:t>
                      </a:r>
                      <a:endParaRPr lang="en-IN" sz="16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23P61A1206</a:t>
                      </a:r>
                      <a:endParaRPr lang="en-IN" sz="16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 panose="02020603050405020304" pitchFamily="18" charset="0"/>
                        </a:rPr>
                        <a:t>23P61A1260</a:t>
                      </a:r>
                      <a:endParaRPr lang="en-IN" sz="16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2305910192"/>
                  </a:ext>
                </a:extLst>
              </a:tr>
            </a:tbl>
          </a:graphicData>
        </a:graphic>
      </p:graphicFrame>
      <p:pic>
        <p:nvPicPr>
          <p:cNvPr id="3" name="Picture 2" descr="vbit_final_Logo">
            <a:extLst>
              <a:ext uri="{FF2B5EF4-FFF2-40B4-BE49-F238E27FC236}">
                <a16:creationId xmlns="" xmlns:a16="http://schemas.microsoft.com/office/drawing/2014/main" id="{A666A944-097F-BA42-DF67-6001C376EE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5349" y="402038"/>
            <a:ext cx="9501302" cy="1423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="" xmlns:a16="http://schemas.microsoft.com/office/drawing/2014/main" id="{23BEDB6D-7490-35D3-FB57-2A3774F88C9B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1003300" y="330200"/>
            <a:ext cx="10058400" cy="985838"/>
          </a:xfrm>
        </p:spPr>
        <p:txBody>
          <a:bodyPr/>
          <a:lstStyle/>
          <a:p>
            <a:pPr eaLnBrk="1" hangingPunct="1"/>
            <a:r>
              <a:rPr lang="en-US" altLang="en-US" b="1" dirty="0"/>
              <a:t>                      AGENDA</a:t>
            </a:r>
          </a:p>
        </p:txBody>
      </p:sp>
      <p:sp>
        <p:nvSpPr>
          <p:cNvPr id="8195" name="Content Placeholder 2">
            <a:extLst>
              <a:ext uri="{FF2B5EF4-FFF2-40B4-BE49-F238E27FC236}">
                <a16:creationId xmlns="" xmlns:a16="http://schemas.microsoft.com/office/drawing/2014/main" id="{5D8434DE-0F31-254B-CC28-A9BA7D706EA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1066800" y="1454150"/>
            <a:ext cx="10058400" cy="45815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Arial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OBJECTIVE</a:t>
            </a:r>
          </a:p>
          <a:p>
            <a:pPr eaLnBrk="1" hangingPunct="1">
              <a:lnSpc>
                <a:spcPct val="90000"/>
              </a:lnSpc>
              <a:buFont typeface="Arial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ABSTRACT</a:t>
            </a:r>
          </a:p>
          <a:p>
            <a:pPr eaLnBrk="1" hangingPunct="1">
              <a:lnSpc>
                <a:spcPct val="90000"/>
              </a:lnSpc>
              <a:buFont typeface="Arial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LITERATURE REVIEW</a:t>
            </a:r>
          </a:p>
          <a:p>
            <a:pPr eaLnBrk="1" hangingPunct="1">
              <a:lnSpc>
                <a:spcPct val="90000"/>
              </a:lnSpc>
              <a:buFont typeface="Arial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EXISTING SYSTEM</a:t>
            </a:r>
          </a:p>
          <a:p>
            <a:pPr eaLnBrk="1" hangingPunct="1">
              <a:lnSpc>
                <a:spcPct val="90000"/>
              </a:lnSpc>
              <a:buFont typeface="Arial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PROPOSED SYSTEM</a:t>
            </a:r>
          </a:p>
          <a:p>
            <a:pPr eaLnBrk="1" hangingPunct="1">
              <a:lnSpc>
                <a:spcPct val="90000"/>
              </a:lnSpc>
              <a:buFont typeface="Arial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ARCHITECTURE</a:t>
            </a:r>
          </a:p>
          <a:p>
            <a:pPr eaLnBrk="1" hangingPunct="1">
              <a:lnSpc>
                <a:spcPct val="90000"/>
              </a:lnSpc>
              <a:buFont typeface="Arial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SOFTWARE REQUIREMENTS</a:t>
            </a:r>
          </a:p>
          <a:p>
            <a:pPr eaLnBrk="1" hangingPunct="1">
              <a:lnSpc>
                <a:spcPct val="90000"/>
              </a:lnSpc>
              <a:buFont typeface="Arial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HARDWARE REQUIREMENTS</a:t>
            </a:r>
          </a:p>
          <a:p>
            <a:pPr eaLnBrk="1" hangingPunct="1">
              <a:lnSpc>
                <a:spcPct val="90000"/>
              </a:lnSpc>
              <a:buFont typeface="Arial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CONCLUSION</a:t>
            </a:r>
          </a:p>
          <a:p>
            <a:pPr eaLnBrk="1" hangingPunct="1">
              <a:lnSpc>
                <a:spcPct val="90000"/>
              </a:lnSpc>
              <a:buFont typeface="Arial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REFERENCES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="" xmlns:a16="http://schemas.microsoft.com/office/drawing/2014/main" id="{6D1F7CAE-D391-ED42-B562-D753F8AD4163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1023938" y="479425"/>
            <a:ext cx="10058400" cy="1371600"/>
          </a:xfrm>
        </p:spPr>
        <p:txBody>
          <a:bodyPr/>
          <a:lstStyle/>
          <a:p>
            <a:pPr algn="ctr" eaLnBrk="1" hangingPunct="1"/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OBJECTIVE</a:t>
            </a:r>
          </a:p>
        </p:txBody>
      </p:sp>
      <p:sp>
        <p:nvSpPr>
          <p:cNvPr id="9219" name="Content Placeholder 2">
            <a:extLst>
              <a:ext uri="{FF2B5EF4-FFF2-40B4-BE49-F238E27FC236}">
                <a16:creationId xmlns="" xmlns:a16="http://schemas.microsoft.com/office/drawing/2014/main" id="{1685922F-4263-F9EA-37EA-D1BE957D8DB2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1244600" y="2108200"/>
            <a:ext cx="10058400" cy="3932238"/>
          </a:xfrm>
        </p:spPr>
        <p:txBody>
          <a:bodyPr/>
          <a:lstStyle/>
          <a:p>
            <a:pPr algn="just">
              <a:buFont typeface="Arial" pitchFamily="34" charset="0"/>
              <a:buChar char="•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To develop a centralized digital platform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that securely stores, verifies, and manages all student academic, co-curricular, and extracurricular records in a single system, enabling easy tracking and portfolio generation.</a:t>
            </a:r>
          </a:p>
          <a:p>
            <a:pPr algn="just">
              <a:buFont typeface="Arial" pitchFamily="34" charset="0"/>
              <a:buChar char="•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To enhance institutional efficiency and transparency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by reducing administrative workload, supporting accreditation and compliance reporting (NAAC/AICTE/NIRF), and improving the overall record management process in higher education institutions.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="" xmlns:a16="http://schemas.microsoft.com/office/drawing/2014/main" id="{38795537-6813-4BB1-FDA8-973FBB69E04A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1066800" y="136525"/>
            <a:ext cx="10058400" cy="1371600"/>
          </a:xfrm>
        </p:spPr>
        <p:txBody>
          <a:bodyPr/>
          <a:lstStyle/>
          <a:p>
            <a:pPr algn="ctr" eaLnBrk="1" hangingPunct="1"/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ABSTRACT</a:t>
            </a:r>
          </a:p>
        </p:txBody>
      </p:sp>
      <p:sp>
        <p:nvSpPr>
          <p:cNvPr id="10243" name="Content Placeholder 2">
            <a:extLst>
              <a:ext uri="{FF2B5EF4-FFF2-40B4-BE49-F238E27FC236}">
                <a16:creationId xmlns="" xmlns:a16="http://schemas.microsoft.com/office/drawing/2014/main" id="{FACB83FF-41F5-23FF-FFF1-CD6F26DB1E16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1176338" y="1463675"/>
            <a:ext cx="10058400" cy="3930650"/>
          </a:xfrm>
        </p:spPr>
        <p:txBody>
          <a:bodyPr/>
          <a:lstStyle/>
          <a:p>
            <a:pPr algn="just"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Higher education institutions face challenges in managing student academic and non-academic achievements due to fragmented, department-wise, and non-digital record systems, leading to increased administrative workload and difficulties in accreditation processes such as NAAC, AICTE, and NIRF.</a:t>
            </a:r>
          </a:p>
          <a:p>
            <a:pPr algn="just">
              <a:buFont typeface="Arial" pitchFamily="34" charset="0"/>
              <a:buChar char="•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Smart Student Hub is a centralized web and mobile-based platform that digitally captures, verifies, and manages the complete student journey through a unified dashboard, enabling student portfolio generation, faculty-based verification, automated accreditation reporting, LMS/ERP integration, improved transparency, and efficient digital administration.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="" xmlns:a16="http://schemas.microsoft.com/office/drawing/2014/main" id="{1F86465B-BC1A-031D-5C81-357572BC1C6B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847725" y="336550"/>
            <a:ext cx="10058400" cy="1427163"/>
          </a:xfrm>
        </p:spPr>
        <p:txBody>
          <a:bodyPr/>
          <a:lstStyle/>
          <a:p>
            <a:pPr algn="ctr" eaLnBrk="1" hangingPunct="1"/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130" name="Content Placeholder 2">
            <a:extLst>
              <a:ext uri="{FF2B5EF4-FFF2-40B4-BE49-F238E27FC236}">
                <a16:creationId xmlns="" xmlns:a16="http://schemas.microsoft.com/office/drawing/2014/main" id="{45571E4F-430E-3B4D-331D-82F3AD6589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14450" y="2008188"/>
            <a:ext cx="10696575" cy="3724275"/>
          </a:xfrm>
        </p:spPr>
        <p:txBody>
          <a:bodyPr>
            <a:normAutofit/>
          </a:bodyPr>
          <a:lstStyle/>
          <a:p>
            <a:pPr marL="457200" indent="-457200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1. Web-Based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Student Information Systems in HEIs</a:t>
            </a: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   Author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A. Kumar, S.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Singh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Journal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International Journal of Computer Applications, 2019</a:t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This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study discusses the design of web-based student information systems to manage attendance,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marks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and academic profiles. It emphasizes centralized data storage and role-based access for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faculty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and students.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Limitation: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Does not include activity records or accreditation-oriented reporting.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="" xmlns:a16="http://schemas.microsoft.com/office/drawing/2014/main" id="{5AE0C02E-4E4F-4713-038E-25AECA5ECF47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931863" y="111125"/>
            <a:ext cx="10058400" cy="1371600"/>
          </a:xfrm>
        </p:spPr>
        <p:txBody>
          <a:bodyPr/>
          <a:lstStyle/>
          <a:p>
            <a:pPr algn="ctr" eaLnBrk="1" hangingPunct="1"/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133" name="Content Placeholder 2">
            <a:extLst>
              <a:ext uri="{FF2B5EF4-FFF2-40B4-BE49-F238E27FC236}">
                <a16:creationId xmlns="" xmlns:a16="http://schemas.microsoft.com/office/drawing/2014/main" id="{5451D9EA-FDE1-55C7-C492-DAEF343E3A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52524" y="1573213"/>
            <a:ext cx="10406063" cy="3932238"/>
          </a:xfrm>
        </p:spPr>
        <p:txBody>
          <a:bodyPr>
            <a:normAutofit/>
          </a:bodyPr>
          <a:lstStyle/>
          <a:p>
            <a:pPr marL="457200" indent="-457200" algn="just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2. Digital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Transformation of Academic Record Management</a:t>
            </a:r>
          </a:p>
          <a:p>
            <a:pPr algn="just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	 Author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R. Mehta, P.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Joshi</a:t>
            </a:r>
          </a:p>
          <a:p>
            <a:pPr algn="just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Journal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International Journal of Education and Management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Engineering, 2020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The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paper highlights how digital platforms reduce paperwork and improve transparency in higher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education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administration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Limitation: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Focuses mainly on administrative data and lacks student-driven dashboards.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="" xmlns:a16="http://schemas.microsoft.com/office/drawing/2014/main" id="{4E6C6733-4EC9-2C5C-AFD1-42C0CF9344E0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792163" y="365125"/>
            <a:ext cx="10058400" cy="1371600"/>
          </a:xfrm>
        </p:spPr>
        <p:txBody>
          <a:bodyPr/>
          <a:lstStyle/>
          <a:p>
            <a:pPr algn="ctr" eaLnBrk="1" hangingPunct="1"/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136" name="Content Placeholder 2">
            <a:extLst>
              <a:ext uri="{FF2B5EF4-FFF2-40B4-BE49-F238E27FC236}">
                <a16:creationId xmlns="" xmlns:a16="http://schemas.microsoft.com/office/drawing/2014/main" id="{DCD4760F-FFFD-E186-DC75-A7CE2D670C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58875" y="1778000"/>
            <a:ext cx="10058400" cy="393065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3. Role-Based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Access Control in Educational Management Systems</a:t>
            </a: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  Author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N. Sharma, K.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Verma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Journal: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IJCSIT – International Journal of Computer Science and Information Technologies, 2018</a:t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This work explains how RBAC improves security and data integrity in academic systems by restricting access based on roles such as student, faculty, and admin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Limitation: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Does not address record verification workflows or portfolio generation.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="" xmlns:a16="http://schemas.microsoft.com/office/drawing/2014/main" id="{4E2D4869-25CA-64C6-65B2-052D9BFB54DB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920750" y="328613"/>
            <a:ext cx="10058400" cy="1371600"/>
          </a:xfrm>
        </p:spPr>
        <p:txBody>
          <a:bodyPr/>
          <a:lstStyle/>
          <a:p>
            <a:pPr algn="ctr" eaLnBrk="1" hangingPunct="1"/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139" name="Content Placeholder 2">
            <a:extLst>
              <a:ext uri="{FF2B5EF4-FFF2-40B4-BE49-F238E27FC236}">
                <a16:creationId xmlns="" xmlns:a16="http://schemas.microsoft.com/office/drawing/2014/main" id="{AA3D18F8-2867-E463-F1EC-8DEF4F103D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66825" y="1749425"/>
            <a:ext cx="10058400" cy="393065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. Online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Academic Portfolio Systems for Students</a:t>
            </a: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   Author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J. Wilson, M.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Brown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Journal: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International Journal of Emerging Technologies in Learning 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iJET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), 2021</a:t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paper focuses on digital student portfolios for placements and higher studies, highlighting the importance of verified academic records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Limitation: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Lacks institutional integration and automated reporting features.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="" xmlns:a16="http://schemas.microsoft.com/office/drawing/2014/main" id="{A9ABF2FA-D42C-0466-FD72-E3401FA3DD81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1066800" y="414338"/>
            <a:ext cx="10058400" cy="1371600"/>
          </a:xfrm>
        </p:spPr>
        <p:txBody>
          <a:bodyPr/>
          <a:lstStyle/>
          <a:p>
            <a:pPr algn="ctr" eaLnBrk="1" hangingPunct="1"/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142" name="Content Placeholder 2">
            <a:extLst>
              <a:ext uri="{FF2B5EF4-FFF2-40B4-BE49-F238E27FC236}">
                <a16:creationId xmlns="" xmlns:a16="http://schemas.microsoft.com/office/drawing/2014/main" id="{7F6CC40D-B305-BA1D-9D3B-AD27499650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95388" y="1806575"/>
            <a:ext cx="10058400" cy="393065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5. Automation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of Accreditation Data Management in HEIs</a:t>
            </a: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  Author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S.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Rao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V.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Reddy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Journal: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International Journal of Educational Administration and Policy Studies, 2022</a:t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This study discusses challenges faced by institutions during NAAC and AICTE inspections due to manual data collection and fragmented systems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Limitation: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Proposes automation conceptually but does not present a full student-centered platform.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="" xmlns:a16="http://schemas.microsoft.com/office/drawing/2014/main" id="{E2CCE8BE-9482-EA72-63B0-6BF1704A71F0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1066800" y="136525"/>
            <a:ext cx="10058400" cy="1371600"/>
          </a:xfrm>
        </p:spPr>
        <p:txBody>
          <a:bodyPr/>
          <a:lstStyle/>
          <a:p>
            <a:pPr algn="ctr" eaLnBrk="1" hangingPunct="1"/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Existing System</a:t>
            </a:r>
          </a:p>
        </p:txBody>
      </p:sp>
      <p:sp>
        <p:nvSpPr>
          <p:cNvPr id="16387" name="Content Placeholder 2">
            <a:extLst>
              <a:ext uri="{FF2B5EF4-FFF2-40B4-BE49-F238E27FC236}">
                <a16:creationId xmlns="" xmlns:a16="http://schemas.microsoft.com/office/drawing/2014/main" id="{11B41124-4F6E-DBA1-6819-3DBE2E2AE71F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1166813" y="1508125"/>
            <a:ext cx="10058400" cy="3932238"/>
          </a:xfrm>
        </p:spPr>
        <p:txBody>
          <a:bodyPr/>
          <a:lstStyle/>
          <a:p>
            <a:pPr algn="just"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 the existing system, student academic records, certifications, internships, and extracurricular activities are maintained separately by different departments, physical files, and multiple digital platforms such as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E-CAP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making it difficult to access and manage all information at a single time.</a:t>
            </a:r>
          </a:p>
          <a:p>
            <a:pPr algn="just"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Due to the absence of a unified system, students are unable to present a complete and verified profile of their academic and non-academic achievements, especially for placements, higher education, and scholarship applications.</a:t>
            </a:r>
          </a:p>
          <a:p>
            <a:pPr algn="just"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Faculty and administrators spend significant time on manual verification, record tracking, and report preparation, while institutions face difficulties during accreditation processes like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NAAC, AICTE, and NIRF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because of fragmented and inefficient record management.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="" xmlns:a16="http://schemas.microsoft.com/office/drawing/2014/main" id="{8F82FC96-9E37-5CD2-A317-492C83501E1A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1066800" y="201613"/>
            <a:ext cx="10058400" cy="1371600"/>
          </a:xfrm>
        </p:spPr>
        <p:txBody>
          <a:bodyPr/>
          <a:lstStyle/>
          <a:p>
            <a:pPr algn="ctr" eaLnBrk="1" hangingPunct="1"/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Proposed System</a:t>
            </a:r>
          </a:p>
        </p:txBody>
      </p:sp>
      <p:sp>
        <p:nvSpPr>
          <p:cNvPr id="17411" name="Content Placeholder 2">
            <a:extLst>
              <a:ext uri="{FF2B5EF4-FFF2-40B4-BE49-F238E27FC236}">
                <a16:creationId xmlns="" xmlns:a16="http://schemas.microsoft.com/office/drawing/2014/main" id="{79B5BF6D-EBBE-6E4E-11A9-578F92FD0BF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1066800" y="1573213"/>
            <a:ext cx="10058400" cy="3932237"/>
          </a:xfrm>
        </p:spPr>
        <p:txBody>
          <a:bodyPr/>
          <a:lstStyle/>
          <a:p>
            <a:pPr algn="just"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Smart Student Hub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is a centralized web and mobile-based platform that stores all student academic and activity-related records in a single digital system, allowing students to upload achievements, track progress through a unified dashboard, and generate verified digital portfolios.</a:t>
            </a:r>
          </a:p>
          <a:p>
            <a:pPr algn="just"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system includes a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faculty-based approval mechanism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to verify student records and ensure data authenticity, with real-time status updates visible to students for each submitted record.</a:t>
            </a:r>
          </a:p>
          <a:p>
            <a:pPr algn="just"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Smart Student Hub supports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automated accreditation report generation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integrates with existing ERP and LMS platforms, reduces paperwork, and improves transparency, efficiency, and overall student record management in higher education institutions.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="" xmlns:a16="http://schemas.microsoft.com/office/drawing/2014/main" id="{816452D7-7161-C3E5-39B2-CD952A5BF738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3464496" y="186183"/>
            <a:ext cx="4943475" cy="652018"/>
          </a:xfrm>
        </p:spPr>
        <p:txBody>
          <a:bodyPr/>
          <a:lstStyle/>
          <a:p>
            <a:pPr algn="ctr" eaLnBrk="1" hangingPunct="1"/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Architecture</a:t>
            </a:r>
            <a:r>
              <a:rPr lang="en-US" altLang="en-US" sz="3200" b="1" dirty="0"/>
              <a:t> 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Diagram</a:t>
            </a:r>
            <a:r>
              <a:rPr lang="en-US" altLang="en-US" sz="3200" b="1" dirty="0"/>
              <a:t>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28938" y="728662"/>
            <a:ext cx="6286500" cy="574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="" xmlns:a16="http://schemas.microsoft.com/office/drawing/2014/main" id="{7F9DEAE6-61B2-B15C-8F9F-55366CD11428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1087438" y="103188"/>
            <a:ext cx="10058400" cy="1371600"/>
          </a:xfrm>
        </p:spPr>
        <p:txBody>
          <a:bodyPr/>
          <a:lstStyle/>
          <a:p>
            <a:pPr algn="ctr" eaLnBrk="1" hangingPunct="1"/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Technologies Used</a:t>
            </a:r>
          </a:p>
        </p:txBody>
      </p:sp>
      <p:sp>
        <p:nvSpPr>
          <p:cNvPr id="19459" name="Text Placeholder 2">
            <a:extLst>
              <a:ext uri="{FF2B5EF4-FFF2-40B4-BE49-F238E27FC236}">
                <a16:creationId xmlns="" xmlns:a16="http://schemas.microsoft.com/office/drawing/2014/main" id="{C91C0057-2A41-21D2-E086-633E08359182}"/>
              </a:ext>
            </a:extLst>
          </p:cNvPr>
          <p:cNvSpPr txBox="1">
            <a:spLocks noGrp="1" noChangeArrowheads="1"/>
          </p:cNvSpPr>
          <p:nvPr>
            <p:ph type="body" sz="quarter" idx="1"/>
          </p:nvPr>
        </p:nvSpPr>
        <p:spPr>
          <a:xfrm>
            <a:off x="1087438" y="1500188"/>
            <a:ext cx="4756150" cy="64135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sz="250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Software Requirements</a:t>
            </a:r>
          </a:p>
        </p:txBody>
      </p:sp>
      <p:sp>
        <p:nvSpPr>
          <p:cNvPr id="155" name="Content Placeholder 3">
            <a:extLst>
              <a:ext uri="{FF2B5EF4-FFF2-40B4-BE49-F238E27FC236}">
                <a16:creationId xmlns="" xmlns:a16="http://schemas.microsoft.com/office/drawing/2014/main" id="{74511EF8-9EF0-43B1-BADA-E1382DB6FFFD}"/>
              </a:ext>
            </a:extLst>
          </p:cNvPr>
          <p:cNvSpPr txBox="1"/>
          <p:nvPr/>
        </p:nvSpPr>
        <p:spPr>
          <a:xfrm>
            <a:off x="1133475" y="2279650"/>
            <a:ext cx="5016500" cy="3862388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 lvl="0"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React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js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0">
              <a:buFont typeface="Arial" pitchFamily="34" charset="0"/>
              <a:buChar char="•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0"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Tailwind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Css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0">
              <a:buFont typeface="Arial" pitchFamily="34" charset="0"/>
              <a:buChar char="•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0"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Type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script</a:t>
            </a:r>
          </a:p>
          <a:p>
            <a:pPr lvl="0">
              <a:buFont typeface="Arial" pitchFamily="34" charset="0"/>
              <a:buChar char="•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0"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Supabase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(Database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and Backend)</a:t>
            </a:r>
          </a:p>
          <a:p>
            <a:pPr lvl="0">
              <a:buFont typeface="Arial" pitchFamily="34" charset="0"/>
              <a:buChar char="•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0"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Generative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AI Tools(For AI Integrations)</a:t>
            </a:r>
          </a:p>
          <a:p>
            <a:r>
              <a:rPr lang="en-US" sz="2000" dirty="0" smtClean="0"/>
              <a:t/>
            </a:r>
            <a:br>
              <a:rPr lang="en-US" sz="2000" dirty="0" smtClean="0"/>
            </a:br>
            <a:endParaRPr sz="2000" kern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61" name="Text Placeholder 4">
            <a:extLst>
              <a:ext uri="{FF2B5EF4-FFF2-40B4-BE49-F238E27FC236}">
                <a16:creationId xmlns="" xmlns:a16="http://schemas.microsoft.com/office/drawing/2014/main" id="{43737AE3-0978-3B73-EE73-D63ECDD727B4}"/>
              </a:ext>
            </a:extLst>
          </p:cNvPr>
          <p:cNvSpPr txBox="1">
            <a:spLocks noGrp="1" noChangeArrowheads="1"/>
          </p:cNvSpPr>
          <p:nvPr>
            <p:ph type="body" idx="21"/>
          </p:nvPr>
        </p:nvSpPr>
        <p:spPr>
          <a:xfrm>
            <a:off x="6391275" y="1557338"/>
            <a:ext cx="4754563" cy="639762"/>
          </a:xfrm>
        </p:spPr>
        <p:txBody>
          <a:bodyPr/>
          <a:lstStyle/>
          <a:p>
            <a:pPr mar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500">
                <a:solidFill>
                  <a:srgbClr val="1485A4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Hardware Requirements</a:t>
            </a:r>
          </a:p>
        </p:txBody>
      </p:sp>
      <p:sp>
        <p:nvSpPr>
          <p:cNvPr id="19462" name="Content Placeholder 5">
            <a:extLst>
              <a:ext uri="{FF2B5EF4-FFF2-40B4-BE49-F238E27FC236}">
                <a16:creationId xmlns="" xmlns:a16="http://schemas.microsoft.com/office/drawing/2014/main" id="{AD6CA60B-3F7F-9E22-DE14-8F8C8998AC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7313" y="2344738"/>
            <a:ext cx="5421312" cy="3732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9" rIns="45719"/>
          <a:lstStyle>
            <a:lvl1pPr marL="200025" indent="-200025">
              <a:defRPr>
                <a:solidFill>
                  <a:srgbClr val="000000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defRPr>
            </a:lvl1pPr>
            <a:lvl2pPr>
              <a:defRPr>
                <a:solidFill>
                  <a:srgbClr val="000000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defRPr>
            </a:lvl2pPr>
            <a:lvl3pPr>
              <a:defRPr>
                <a:solidFill>
                  <a:srgbClr val="000000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defRPr>
            </a:lvl3pPr>
            <a:lvl4pPr>
              <a:defRPr>
                <a:solidFill>
                  <a:srgbClr val="000000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defRPr>
            </a:lvl4pPr>
            <a:lvl5pPr>
              <a:defRPr>
                <a:solidFill>
                  <a:srgbClr val="000000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defRPr>
            </a:lvl5pPr>
            <a:lvl6pPr marL="457200" indent="18288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defRPr>
            </a:lvl6pPr>
            <a:lvl7pPr marL="914400" indent="18288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defRPr>
            </a:lvl7pPr>
            <a:lvl8pPr marL="1371600" indent="18288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defRPr>
            </a:lvl8pPr>
            <a:lvl9pPr marL="1828800" indent="18288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defRPr>
            </a:lvl9pPr>
          </a:lstStyle>
          <a:p>
            <a:pPr eaLnBrk="1">
              <a:lnSpc>
                <a:spcPct val="150000"/>
              </a:lnSpc>
              <a:spcBef>
                <a:spcPts val="1200"/>
              </a:spcBef>
              <a:buSzPct val="100000"/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Operating System: Windows / Linux /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macOS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eaLnBrk="1">
              <a:lnSpc>
                <a:spcPct val="150000"/>
              </a:lnSpc>
              <a:spcBef>
                <a:spcPts val="1200"/>
              </a:spcBef>
              <a:buSzPct val="100000"/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RAM: Minimum 4 GB</a:t>
            </a:r>
          </a:p>
          <a:p>
            <a:pPr eaLnBrk="1">
              <a:lnSpc>
                <a:spcPct val="150000"/>
              </a:lnSpc>
              <a:spcBef>
                <a:spcPts val="1200"/>
              </a:spcBef>
              <a:buSzPct val="100000"/>
              <a:buFontTx/>
              <a:buChar char="•"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Internet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="" xmlns:a16="http://schemas.microsoft.com/office/drawing/2014/main" id="{77485CBF-9A89-C8F7-32B7-53DD8C09418E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 eaLnBrk="1" hangingPunct="1"/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                                       </a:t>
            </a:r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Conclusion</a:t>
            </a:r>
          </a:p>
        </p:txBody>
      </p:sp>
      <p:sp>
        <p:nvSpPr>
          <p:cNvPr id="20483" name="Content Placeholder 3">
            <a:extLst>
              <a:ext uri="{FF2B5EF4-FFF2-40B4-BE49-F238E27FC236}">
                <a16:creationId xmlns="" xmlns:a16="http://schemas.microsoft.com/office/drawing/2014/main" id="{0201A122-61CE-79FA-E40A-D09D302C1069}"/>
              </a:ext>
            </a:extLst>
          </p:cNvPr>
          <p:cNvSpPr txBox="1">
            <a:spLocks noGrp="1" noChangeArrowheads="1"/>
          </p:cNvSpPr>
          <p:nvPr>
            <p:ph type="body" sz="half" idx="1"/>
          </p:nvPr>
        </p:nvSpPr>
        <p:spPr>
          <a:xfrm>
            <a:off x="1066800" y="2014537"/>
            <a:ext cx="10148888" cy="3343275"/>
          </a:xfrm>
        </p:spPr>
        <p:txBody>
          <a:bodyPr anchor="t"/>
          <a:lstStyle/>
          <a:p>
            <a:pPr algn="just"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The </a:t>
            </a:r>
            <a:r>
              <a:rPr lang="en-US" sz="20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Smart Student Hub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provides a centralized and digital solution for managing complete   student academic and activity records, eliminating fragmented data storage and improving accessibility for students, faculty, and administrators.</a:t>
            </a:r>
          </a:p>
          <a:p>
            <a:pPr algn="just">
              <a:buFont typeface="Arial" pitchFamily="34" charset="0"/>
              <a:buChar char="•"/>
            </a:pP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By incorporating role-based dashboards and faculty verification mechanisms, the system ensures data authenticity, transparency, and efficient record management while reducing manual workload and paperwork.</a:t>
            </a:r>
          </a:p>
          <a:p>
            <a:pPr algn="just">
              <a:buFont typeface="Arial" pitchFamily="34" charset="0"/>
              <a:buChar char="•"/>
            </a:pPr>
            <a:endParaRPr lang="en-US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The platform supports institutional requirements such as accreditation reporting and digital portfolios, and serves as a scalable foundation for future integration with ERP, LMS, and AI-driven analytics in higher education institutions.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="" xmlns:a16="http://schemas.microsoft.com/office/drawing/2014/main" id="{D5EED105-40FC-FD92-9267-85DDE7A18FAA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995362" y="0"/>
            <a:ext cx="10058400" cy="1109663"/>
          </a:xfrm>
        </p:spPr>
        <p:txBody>
          <a:bodyPr/>
          <a:lstStyle/>
          <a:p>
            <a:pPr algn="ctr" eaLnBrk="1" hangingPunct="1"/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References </a:t>
            </a:r>
          </a:p>
        </p:txBody>
      </p:sp>
      <p:sp>
        <p:nvSpPr>
          <p:cNvPr id="163" name="Content Placeholder 2">
            <a:extLst>
              <a:ext uri="{FF2B5EF4-FFF2-40B4-BE49-F238E27FC236}">
                <a16:creationId xmlns="" xmlns:a16="http://schemas.microsoft.com/office/drawing/2014/main" id="{B4873652-B514-07DD-58FC-36709C5402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3900" y="871538"/>
            <a:ext cx="10515600" cy="5686425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1. Web-Based Student Record Management</a:t>
            </a: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O. O.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Ajayi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, A. A.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Ajayi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“Web-Based Students’ Record Management System for Tertiary Institutions,”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International Journal of Advanced Research in Computer Science and Software Engineering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2014.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🔗 https://www.ijarcsse.com/docs/papers/Volume_4/2_February2014/V4I2-0274.pdf</a:t>
            </a: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2. Student Information Management System</a:t>
            </a: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S. R.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Bharamagoudar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, R. B.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Geeta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, S. G.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Totad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“Web Based Student Information Management System,”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International Journal of Advanced Research in Computer and Communication Engineering (IJARCCE)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2013.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🔗 https://ijarcce.com/wp-content/uploads/2013/01/IJARCCE6A-s-s.pdf</a:t>
            </a: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3. Academic Record Management System</a:t>
            </a: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A. A.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Adekunle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, O. O.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Aderibigbe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“Design and Implementation of Academic Record Management System,”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International Journal of Computer Applications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2014.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🔗 https://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www.ijcaonline.org/archives/volume100/number12/17545-8014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Content Placeholder 2">
            <a:extLst>
              <a:ext uri="{FF2B5EF4-FFF2-40B4-BE49-F238E27FC236}">
                <a16:creationId xmlns="" xmlns:a16="http://schemas.microsoft.com/office/drawing/2014/main" id="{E274FA80-EA7E-9961-EE2A-74C6344623EB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738187" y="263525"/>
            <a:ext cx="9948863" cy="6194425"/>
          </a:xfrm>
        </p:spPr>
        <p:txBody>
          <a:bodyPr/>
          <a:lstStyle/>
          <a:p>
            <a:pPr>
              <a:buNone/>
            </a:pP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4. Role-Based Access Control in Educational Systems</a:t>
            </a:r>
          </a:p>
          <a:p>
            <a:pPr>
              <a:buNone/>
            </a:pP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R. S. </a:t>
            </a:r>
            <a:r>
              <a:rPr lang="en-US" sz="1700" b="1" dirty="0" err="1" smtClean="0">
                <a:latin typeface="Times New Roman" pitchFamily="18" charset="0"/>
                <a:cs typeface="Times New Roman" pitchFamily="18" charset="0"/>
              </a:rPr>
              <a:t>Sandhu</a:t>
            </a: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 et al.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,</a:t>
            </a:r>
            <a:br>
              <a:rPr lang="en-US" sz="17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“Role-Based Access Control Models,”</a:t>
            </a:r>
            <a:br>
              <a:rPr lang="en-US" sz="17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1700" i="1" dirty="0" smtClean="0">
                <a:latin typeface="Times New Roman" pitchFamily="18" charset="0"/>
                <a:cs typeface="Times New Roman" pitchFamily="18" charset="0"/>
              </a:rPr>
              <a:t>IEEE Computer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, vol. 29, no. 2, pp. 38–47, 1996.</a:t>
            </a:r>
            <a:br>
              <a:rPr lang="en-US" sz="17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🔗 https://ieeexplore.ieee.org/document/485845</a:t>
            </a:r>
            <a:br>
              <a:rPr lang="en-US" sz="17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700" i="1" dirty="0" smtClean="0">
                <a:latin typeface="Times New Roman" pitchFamily="18" charset="0"/>
                <a:cs typeface="Times New Roman" pitchFamily="18" charset="0"/>
              </a:rPr>
              <a:t>Used widely to justify student/faculty/admin roles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>
              <a:buNone/>
            </a:pP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5. Digital Student Portfolio Systems</a:t>
            </a:r>
          </a:p>
          <a:p>
            <a:pPr>
              <a:buNone/>
            </a:pP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Helen C. Barrett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,</a:t>
            </a:r>
            <a:br>
              <a:rPr lang="en-US" sz="17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“Electronic Portfolios: A Chapter in Educational Technology,”</a:t>
            </a:r>
            <a:br>
              <a:rPr lang="en-US" sz="17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1700" i="1" dirty="0" smtClean="0">
                <a:latin typeface="Times New Roman" pitchFamily="18" charset="0"/>
                <a:cs typeface="Times New Roman" pitchFamily="18" charset="0"/>
              </a:rPr>
              <a:t>Educational Technology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, 2007.</a:t>
            </a:r>
            <a:br>
              <a:rPr lang="en-US" sz="17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🔗 https://electronicportfolios.org/portfolios/LEAJournal.pdf</a:t>
            </a:r>
          </a:p>
          <a:p>
            <a:pPr>
              <a:buNone/>
            </a:pP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6. Automation in Higher Education Administration</a:t>
            </a:r>
          </a:p>
          <a:p>
            <a:pPr>
              <a:buNone/>
            </a:pP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A. Al-</a:t>
            </a:r>
            <a:r>
              <a:rPr lang="en-US" sz="1700" b="1" dirty="0" err="1" smtClean="0">
                <a:latin typeface="Times New Roman" pitchFamily="18" charset="0"/>
                <a:cs typeface="Times New Roman" pitchFamily="18" charset="0"/>
              </a:rPr>
              <a:t>Azawei</a:t>
            </a: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, F. </a:t>
            </a:r>
            <a:r>
              <a:rPr lang="en-US" sz="1700" b="1" dirty="0" err="1" smtClean="0">
                <a:latin typeface="Times New Roman" pitchFamily="18" charset="0"/>
                <a:cs typeface="Times New Roman" pitchFamily="18" charset="0"/>
              </a:rPr>
              <a:t>Serenelli</a:t>
            </a: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, K. </a:t>
            </a:r>
            <a:r>
              <a:rPr lang="en-US" sz="1700" b="1" dirty="0" err="1" smtClean="0">
                <a:latin typeface="Times New Roman" pitchFamily="18" charset="0"/>
                <a:cs typeface="Times New Roman" pitchFamily="18" charset="0"/>
              </a:rPr>
              <a:t>Lundqvist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,</a:t>
            </a:r>
            <a:br>
              <a:rPr lang="en-US" sz="17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“Universal Design for Learning (UDL): A Content Analysis,”</a:t>
            </a:r>
            <a:br>
              <a:rPr lang="en-US" sz="17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1700" i="1" dirty="0" smtClean="0">
                <a:latin typeface="Times New Roman" pitchFamily="18" charset="0"/>
                <a:cs typeface="Times New Roman" pitchFamily="18" charset="0"/>
              </a:rPr>
              <a:t>Journal of the Scholarship of Teaching and Learning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, 2016.</a:t>
            </a:r>
            <a:br>
              <a:rPr lang="en-US" sz="17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🔗 https://scholarworks.iu.edu/journals/index.php/josotl/article/view/17369</a:t>
            </a:r>
          </a:p>
          <a:p>
            <a:pPr>
              <a:buNone/>
            </a:pP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7. Accreditation &amp; Academic Data Challenges</a:t>
            </a:r>
          </a:p>
          <a:p>
            <a:pPr>
              <a:buNone/>
            </a:pPr>
            <a:r>
              <a:rPr lang="en-US" sz="1700" b="1" dirty="0" smtClean="0">
                <a:latin typeface="Times New Roman" pitchFamily="18" charset="0"/>
                <a:cs typeface="Times New Roman" pitchFamily="18" charset="0"/>
              </a:rPr>
              <a:t>NAAC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,</a:t>
            </a:r>
            <a:br>
              <a:rPr lang="en-US" sz="17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1700" i="1" dirty="0" smtClean="0">
                <a:latin typeface="Times New Roman" pitchFamily="18" charset="0"/>
                <a:cs typeface="Times New Roman" pitchFamily="18" charset="0"/>
              </a:rPr>
              <a:t>Manual for Self-Study Report (SSR) – Higher Education Institutions</a:t>
            </a: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,</a:t>
            </a:r>
            <a:br>
              <a:rPr lang="en-US" sz="17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National Assessment and Accreditation Council, India.</a:t>
            </a:r>
            <a:br>
              <a:rPr lang="en-US" sz="17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1700" dirty="0" smtClean="0">
                <a:latin typeface="Times New Roman" pitchFamily="18" charset="0"/>
                <a:cs typeface="Times New Roman" pitchFamily="18" charset="0"/>
              </a:rPr>
              <a:t>🔗 https://naac.gov.in/index.php/en/assessment-accreditation</a:t>
            </a:r>
            <a:endParaRPr lang="en-US" sz="17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itle 1">
            <a:extLst>
              <a:ext uri="{FF2B5EF4-FFF2-40B4-BE49-F238E27FC236}">
                <a16:creationId xmlns="" xmlns:a16="http://schemas.microsoft.com/office/drawing/2014/main" id="{D6AF905B-0B9B-3C63-EB98-58D233BEE659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defTabSz="365760" eaLnBrk="1" fontAlgn="auto" hangingPunct="1">
              <a:spcBef>
                <a:spcPts val="0"/>
              </a:spcBef>
              <a:spcAft>
                <a:spcPts val="0"/>
              </a:spcAft>
              <a:defRPr sz="1720"/>
            </a:pPr>
            <a:r>
              <a:rPr sz="1720">
                <a:sym typeface="Century Gothic"/>
              </a:rPr>
              <a:t>   </a:t>
            </a:r>
            <a:br>
              <a:rPr sz="1720">
                <a:sym typeface="Century Gothic"/>
              </a:rPr>
            </a:br>
            <a:r>
              <a:rPr sz="1720">
                <a:sym typeface="Century Gothic"/>
              </a:rPr>
              <a:t/>
            </a:r>
            <a:br>
              <a:rPr sz="1720">
                <a:sym typeface="Century Gothic"/>
              </a:rPr>
            </a:br>
            <a:r>
              <a:rPr sz="1720">
                <a:sym typeface="Century Gothic"/>
              </a:rPr>
              <a:t/>
            </a:r>
            <a:br>
              <a:rPr sz="1720">
                <a:sym typeface="Century Gothic"/>
              </a:rPr>
            </a:br>
            <a:r>
              <a:rPr sz="1720">
                <a:sym typeface="Century Gothic"/>
              </a:rPr>
              <a:t/>
            </a:r>
            <a:br>
              <a:rPr sz="1720">
                <a:sym typeface="Century Gothic"/>
              </a:rPr>
            </a:br>
            <a:r>
              <a:rPr sz="1720">
                <a:sym typeface="Century Gothic"/>
              </a:rPr>
              <a:t/>
            </a:r>
            <a:br>
              <a:rPr sz="1720">
                <a:sym typeface="Century Gothic"/>
              </a:rPr>
            </a:br>
            <a:r>
              <a:rPr sz="1720">
                <a:sym typeface="Century Gothic"/>
              </a:rPr>
              <a:t/>
            </a:r>
            <a:br>
              <a:rPr sz="1720">
                <a:sym typeface="Century Gothic"/>
              </a:rPr>
            </a:br>
            <a:endParaRPr sz="1720">
              <a:sym typeface="Century Gothic"/>
            </a:endParaRPr>
          </a:p>
        </p:txBody>
      </p:sp>
      <p:pic>
        <p:nvPicPr>
          <p:cNvPr id="23555" name="Picture 2" descr="Picture 2">
            <a:extLst>
              <a:ext uri="{FF2B5EF4-FFF2-40B4-BE49-F238E27FC236}">
                <a16:creationId xmlns="" xmlns:a16="http://schemas.microsoft.com/office/drawing/2014/main" id="{86098212-6EE5-5544-A4D2-0989CE6BF7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4675" y="1319213"/>
            <a:ext cx="5962650" cy="421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avon">
  <a:themeElements>
    <a:clrScheme name="Savo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0000FF"/>
      </a:hlink>
      <a:folHlink>
        <a:srgbClr val="FF00FF"/>
      </a:folHlink>
    </a:clrScheme>
    <a:fontScheme name="Savon">
      <a:majorFont>
        <a:latin typeface="Century Gothic"/>
        <a:ea typeface="Century Gothic"/>
        <a:cs typeface="Century Gothic"/>
      </a:majorFont>
      <a:minorFont>
        <a:latin typeface="Helvetica"/>
        <a:ea typeface="Helvetica"/>
        <a:cs typeface="Helvetica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38100" dist="12700" dir="5400000" rotWithShape="0">
              <a:srgbClr val="000000">
                <a:alpha val="63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round/>
        </a:ln>
        <a:effectLst>
          <a:outerShdw blurRad="38100" dist="12700" dir="5400000" rotWithShape="0">
            <a:srgbClr val="000000">
              <a:alpha val="63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entury Gothic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entury Gothic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Savon">
  <a:themeElements>
    <a:clrScheme name="Savo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0000FF"/>
      </a:hlink>
      <a:folHlink>
        <a:srgbClr val="FF00FF"/>
      </a:folHlink>
    </a:clrScheme>
    <a:fontScheme name="Savon">
      <a:majorFont>
        <a:latin typeface="Century Gothic"/>
        <a:ea typeface="Century Gothic"/>
        <a:cs typeface="Century Gothic"/>
      </a:majorFont>
      <a:minorFont>
        <a:latin typeface="Helvetica"/>
        <a:ea typeface="Helvetica"/>
        <a:cs typeface="Helvetica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38100" dist="12700" dir="5400000" rotWithShape="0">
              <a:srgbClr val="000000">
                <a:alpha val="63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round/>
        </a:ln>
        <a:effectLst>
          <a:outerShdw blurRad="38100" dist="12700" dir="5400000" rotWithShape="0">
            <a:srgbClr val="000000">
              <a:alpha val="63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entury Gothic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entury Gothic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724</Words>
  <Application>Microsoft Office PowerPoint</Application>
  <PresentationFormat>Custom</PresentationFormat>
  <Paragraphs>108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Savon</vt:lpstr>
      <vt:lpstr>Slide 1</vt:lpstr>
      <vt:lpstr>                      AGENDA</vt:lpstr>
      <vt:lpstr>OBJECTIVE</vt:lpstr>
      <vt:lpstr>ABSTRACT</vt:lpstr>
      <vt:lpstr>Literature Review</vt:lpstr>
      <vt:lpstr>Literature Review</vt:lpstr>
      <vt:lpstr>Literature Review</vt:lpstr>
      <vt:lpstr>Literature Review</vt:lpstr>
      <vt:lpstr>Literature Review</vt:lpstr>
      <vt:lpstr>Existing System</vt:lpstr>
      <vt:lpstr>Proposed System</vt:lpstr>
      <vt:lpstr>Architecture Diagram </vt:lpstr>
      <vt:lpstr>Technologies Used</vt:lpstr>
      <vt:lpstr>                                        Conclusion</vt:lpstr>
      <vt:lpstr>References </vt:lpstr>
      <vt:lpstr>Slide 16</vt:lpstr>
      <vt:lpstr>        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19</cp:revision>
  <dcterms:modified xsi:type="dcterms:W3CDTF">2025-12-27T08:14:57Z</dcterms:modified>
</cp:coreProperties>
</file>